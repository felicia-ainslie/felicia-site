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3"/>
  </p:notesMasterIdLst>
  <p:sldIdLst>
    <p:sldId id="256" r:id="rId2"/>
    <p:sldId id="257" r:id="rId3"/>
    <p:sldId id="258" r:id="rId4"/>
    <p:sldId id="259" r:id="rId5"/>
    <p:sldId id="260" r:id="rId6"/>
    <p:sldId id="262" r:id="rId7"/>
    <p:sldId id="261" r:id="rId8"/>
    <p:sldId id="263" r:id="rId9"/>
    <p:sldId id="265" r:id="rId10"/>
    <p:sldId id="266"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ADE4"/>
    <a:srgbClr val="2683C6"/>
    <a:srgbClr val="0E57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6067" autoAdjust="0"/>
  </p:normalViewPr>
  <p:slideViewPr>
    <p:cSldViewPr snapToGrid="0">
      <p:cViewPr varScale="1">
        <p:scale>
          <a:sx n="76" d="100"/>
          <a:sy n="76" d="100"/>
        </p:scale>
        <p:origin x="16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Total Costs: $374,800 </a:t>
            </a:r>
          </a:p>
        </c:rich>
      </c:tx>
      <c:layout>
        <c:manualLayout>
          <c:xMode val="edge"/>
          <c:yMode val="edge"/>
          <c:x val="3.434067966019326E-3"/>
          <c:y val="6.0540476459506873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5397070402680222"/>
          <c:y val="0.15256839781051817"/>
          <c:w val="0.59315921701935304"/>
          <c:h val="0.69426638626019921"/>
        </c:manualLayout>
      </c:layout>
      <c:pieChart>
        <c:varyColors val="1"/>
        <c:ser>
          <c:idx val="0"/>
          <c:order val="0"/>
          <c:tx>
            <c:strRef>
              <c:f>Sheet1!$B$1</c:f>
              <c:strCache>
                <c:ptCount val="1"/>
                <c:pt idx="0">
                  <c:v>$374,800 </c:v>
                </c:pt>
              </c:strCache>
            </c:strRef>
          </c:tx>
          <c:dPt>
            <c:idx val="0"/>
            <c:bubble3D val="0"/>
            <c:spPr>
              <a:solidFill>
                <a:schemeClr val="accent5"/>
              </a:solidFill>
              <a:ln w="19050">
                <a:solidFill>
                  <a:schemeClr val="lt1"/>
                </a:solidFill>
              </a:ln>
              <a:effectLst/>
            </c:spPr>
            <c:extLst>
              <c:ext xmlns:c16="http://schemas.microsoft.com/office/drawing/2014/chart" uri="{C3380CC4-5D6E-409C-BE32-E72D297353CC}">
                <c16:uniqueId val="{00000001-6965-478F-8F75-A8C37281904F}"/>
              </c:ext>
            </c:extLst>
          </c:dPt>
          <c:dPt>
            <c:idx val="1"/>
            <c:bubble3D val="0"/>
            <c:spPr>
              <a:solidFill>
                <a:srgbClr val="2683C6"/>
              </a:solidFill>
              <a:ln w="19050">
                <a:solidFill>
                  <a:schemeClr val="lt1"/>
                </a:solidFill>
              </a:ln>
              <a:effectLst/>
            </c:spPr>
            <c:extLst>
              <c:ext xmlns:c16="http://schemas.microsoft.com/office/drawing/2014/chart" uri="{C3380CC4-5D6E-409C-BE32-E72D297353CC}">
                <c16:uniqueId val="{00000003-6965-478F-8F75-A8C37281904F}"/>
              </c:ext>
            </c:extLst>
          </c:dPt>
          <c:dPt>
            <c:idx val="2"/>
            <c:bubble3D val="0"/>
            <c:spPr>
              <a:solidFill>
                <a:srgbClr val="1CADE4"/>
              </a:solidFill>
              <a:ln w="19050">
                <a:solidFill>
                  <a:schemeClr val="lt1"/>
                </a:solidFill>
              </a:ln>
              <a:effectLst/>
            </c:spPr>
            <c:extLst>
              <c:ext xmlns:c16="http://schemas.microsoft.com/office/drawing/2014/chart" uri="{C3380CC4-5D6E-409C-BE32-E72D297353CC}">
                <c16:uniqueId val="{00000005-6965-478F-8F75-A8C37281904F}"/>
              </c:ext>
            </c:extLst>
          </c:dPt>
          <c:dLbls>
            <c:dLbl>
              <c:idx val="0"/>
              <c:layout>
                <c:manualLayout>
                  <c:x val="-3.6746531539736095E-2"/>
                  <c:y val="-3.1849231589221483E-2"/>
                </c:manualLayout>
              </c:layout>
              <c:dLblPos val="bestFit"/>
              <c:showLegendKey val="0"/>
              <c:showVal val="1"/>
              <c:showCatName val="0"/>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1-6965-478F-8F75-A8C37281904F}"/>
                </c:ext>
              </c:extLst>
            </c:dLbl>
            <c:dLbl>
              <c:idx val="1"/>
              <c:layout>
                <c:manualLayout>
                  <c:x val="1.5978521737600396E-2"/>
                  <c:y val="3.5900247658176149E-2"/>
                </c:manualLayout>
              </c:layout>
              <c:tx>
                <c:rich>
                  <a:bodyPr/>
                  <a:lstStyle/>
                  <a:p>
                    <a:r>
                      <a:rPr lang="en-US" baseline="0" dirty="0"/>
                      <a:t>326,415
</a:t>
                    </a:r>
                    <a:fld id="{69769DD6-D597-49D7-9041-396CD97D2B67}" type="PERCENTAGE">
                      <a:rPr lang="en-US" baseline="0"/>
                      <a:pPr/>
                      <a:t>[PERCENTAGE]</a:t>
                    </a:fld>
                    <a:endParaRPr lang="en-US" baseline="0" dirty="0"/>
                  </a:p>
                </c:rich>
              </c:tx>
              <c:dLblPos val="bestFit"/>
              <c:showLegendKey val="0"/>
              <c:showVal val="1"/>
              <c:showCatName val="0"/>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3-6965-478F-8F75-A8C37281904F}"/>
                </c:ext>
              </c:extLst>
            </c:dLbl>
            <c:dLbl>
              <c:idx val="2"/>
              <c:layout>
                <c:manualLayout>
                  <c:x val="-9.1866328849340238E-3"/>
                  <c:y val="-3.3972513695169591E-2"/>
                </c:manualLayout>
              </c:layout>
              <c:dLblPos val="bestFit"/>
              <c:showLegendKey val="0"/>
              <c:showVal val="1"/>
              <c:showCatName val="0"/>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5-6965-478F-8F75-A8C37281904F}"/>
                </c:ext>
              </c:extLst>
            </c:dLbl>
            <c:numFmt formatCode="General"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Labor</c:v>
                </c:pt>
                <c:pt idx="1">
                  <c:v>Materials</c:v>
                </c:pt>
                <c:pt idx="2">
                  <c:v>Contingency</c:v>
                </c:pt>
              </c:strCache>
            </c:strRef>
          </c:cat>
          <c:val>
            <c:numRef>
              <c:f>Sheet1!$B$2:$B$4</c:f>
              <c:numCache>
                <c:formatCode>"$"#,##0_);[Red]\("$"#,##0\)</c:formatCode>
                <c:ptCount val="3"/>
                <c:pt idx="0">
                  <c:v>39845</c:v>
                </c:pt>
                <c:pt idx="1">
                  <c:v>326415</c:v>
                </c:pt>
                <c:pt idx="2">
                  <c:v>8540</c:v>
                </c:pt>
              </c:numCache>
            </c:numRef>
          </c:val>
          <c:extLst>
            <c:ext xmlns:c16="http://schemas.microsoft.com/office/drawing/2014/chart" uri="{C3380CC4-5D6E-409C-BE32-E72D297353CC}">
              <c16:uniqueId val="{00000000-29C9-49F4-8B83-42EED6B63F4C}"/>
            </c:ext>
          </c:extLst>
        </c:ser>
        <c:dLbls>
          <c:showLegendKey val="0"/>
          <c:showVal val="0"/>
          <c:showCatName val="0"/>
          <c:showSerName val="0"/>
          <c:showPercent val="0"/>
          <c:showBubbleSize val="0"/>
          <c:showLeaderLines val="1"/>
        </c:dLbls>
        <c:firstSliceAng val="0"/>
      </c:pieChart>
      <c:spPr>
        <a:noFill/>
        <a:ln>
          <a:noFill/>
        </a:ln>
        <a:effectLst/>
      </c:spPr>
    </c:plotArea>
    <c:legend>
      <c:legendPos val="l"/>
      <c:layout>
        <c:manualLayout>
          <c:xMode val="edge"/>
          <c:yMode val="edge"/>
          <c:x val="1.9775398190099501E-3"/>
          <c:y val="0.29808486321377703"/>
          <c:w val="0.26011406511960766"/>
          <c:h val="0.39378502084811351"/>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Projected Weekly</c:v>
                </c:pt>
              </c:strCache>
            </c:strRef>
          </c:tx>
          <c:spPr>
            <a:ln w="22225" cap="rnd" cmpd="sng" algn="ctr">
              <a:solidFill>
                <a:srgbClr val="2683C6"/>
              </a:solidFill>
              <a:round/>
            </a:ln>
            <a:effectLst/>
          </c:spPr>
          <c:marker>
            <c:symbol val="none"/>
          </c:marker>
          <c:cat>
            <c:strRef>
              <c:f>Sheet1!$A$2:$A$10</c:f>
              <c:strCache>
                <c:ptCount val="9"/>
                <c:pt idx="0">
                  <c:v>Week 1</c:v>
                </c:pt>
                <c:pt idx="1">
                  <c:v>Week 2</c:v>
                </c:pt>
                <c:pt idx="2">
                  <c:v>Week 3</c:v>
                </c:pt>
                <c:pt idx="3">
                  <c:v>Week 4</c:v>
                </c:pt>
                <c:pt idx="4">
                  <c:v>Week 5</c:v>
                </c:pt>
                <c:pt idx="5">
                  <c:v>Week 6</c:v>
                </c:pt>
                <c:pt idx="6">
                  <c:v>Week 7</c:v>
                </c:pt>
                <c:pt idx="7">
                  <c:v>Week 8</c:v>
                </c:pt>
                <c:pt idx="8">
                  <c:v>Week 9</c:v>
                </c:pt>
              </c:strCache>
            </c:strRef>
          </c:cat>
          <c:val>
            <c:numRef>
              <c:f>Sheet1!$B$2:$B$10</c:f>
              <c:numCache>
                <c:formatCode>"$"#,##0_);[Red]\("$"#,##0\)</c:formatCode>
                <c:ptCount val="9"/>
                <c:pt idx="0">
                  <c:v>262505</c:v>
                </c:pt>
                <c:pt idx="1">
                  <c:v>1550</c:v>
                </c:pt>
                <c:pt idx="2">
                  <c:v>1645</c:v>
                </c:pt>
                <c:pt idx="3">
                  <c:v>17827</c:v>
                </c:pt>
                <c:pt idx="4">
                  <c:v>69942</c:v>
                </c:pt>
                <c:pt idx="5">
                  <c:v>720</c:v>
                </c:pt>
                <c:pt idx="6">
                  <c:v>2600</c:v>
                </c:pt>
                <c:pt idx="7">
                  <c:v>2600</c:v>
                </c:pt>
                <c:pt idx="8">
                  <c:v>1620</c:v>
                </c:pt>
              </c:numCache>
            </c:numRef>
          </c:val>
          <c:smooth val="0"/>
          <c:extLst>
            <c:ext xmlns:c16="http://schemas.microsoft.com/office/drawing/2014/chart" uri="{C3380CC4-5D6E-409C-BE32-E72D297353CC}">
              <c16:uniqueId val="{00000000-30C8-4DC0-9254-920A38F8FF5A}"/>
            </c:ext>
          </c:extLst>
        </c:ser>
        <c:ser>
          <c:idx val="1"/>
          <c:order val="1"/>
          <c:tx>
            <c:strRef>
              <c:f>Sheet1!$C$1</c:f>
              <c:strCache>
                <c:ptCount val="1"/>
                <c:pt idx="0">
                  <c:v>Actual Weekly</c:v>
                </c:pt>
              </c:strCache>
            </c:strRef>
          </c:tx>
          <c:spPr>
            <a:ln w="22225" cap="rnd" cmpd="sng" algn="ctr">
              <a:solidFill>
                <a:schemeClr val="accent5"/>
              </a:solidFill>
              <a:round/>
            </a:ln>
            <a:effectLst/>
          </c:spPr>
          <c:marker>
            <c:symbol val="none"/>
          </c:marker>
          <c:cat>
            <c:strRef>
              <c:f>Sheet1!$A$2:$A$10</c:f>
              <c:strCache>
                <c:ptCount val="9"/>
                <c:pt idx="0">
                  <c:v>Week 1</c:v>
                </c:pt>
                <c:pt idx="1">
                  <c:v>Week 2</c:v>
                </c:pt>
                <c:pt idx="2">
                  <c:v>Week 3</c:v>
                </c:pt>
                <c:pt idx="3">
                  <c:v>Week 4</c:v>
                </c:pt>
                <c:pt idx="4">
                  <c:v>Week 5</c:v>
                </c:pt>
                <c:pt idx="5">
                  <c:v>Week 6</c:v>
                </c:pt>
                <c:pt idx="6">
                  <c:v>Week 7</c:v>
                </c:pt>
                <c:pt idx="7">
                  <c:v>Week 8</c:v>
                </c:pt>
                <c:pt idx="8">
                  <c:v>Week 9</c:v>
                </c:pt>
              </c:strCache>
            </c:strRef>
          </c:cat>
          <c:val>
            <c:numRef>
              <c:f>Sheet1!$C$2:$C$10</c:f>
              <c:numCache>
                <c:formatCode>"$"#,##0_);[Red]\("$"#,##0\)</c:formatCode>
                <c:ptCount val="9"/>
                <c:pt idx="0">
                  <c:v>265165</c:v>
                </c:pt>
                <c:pt idx="1">
                  <c:v>3875</c:v>
                </c:pt>
                <c:pt idx="2">
                  <c:v>3901</c:v>
                </c:pt>
                <c:pt idx="3">
                  <c:v>21467</c:v>
                </c:pt>
                <c:pt idx="4">
                  <c:v>71406</c:v>
                </c:pt>
                <c:pt idx="5">
                  <c:v>2400</c:v>
                </c:pt>
                <c:pt idx="6">
                  <c:v>4280</c:v>
                </c:pt>
                <c:pt idx="7">
                  <c:v>4280</c:v>
                </c:pt>
                <c:pt idx="8">
                  <c:v>3300</c:v>
                </c:pt>
              </c:numCache>
            </c:numRef>
          </c:val>
          <c:smooth val="0"/>
          <c:extLst>
            <c:ext xmlns:c16="http://schemas.microsoft.com/office/drawing/2014/chart" uri="{C3380CC4-5D6E-409C-BE32-E72D297353CC}">
              <c16:uniqueId val="{00000001-30C8-4DC0-9254-920A38F8FF5A}"/>
            </c:ext>
          </c:extLst>
        </c:ser>
        <c:ser>
          <c:idx val="2"/>
          <c:order val="2"/>
          <c:tx>
            <c:strRef>
              <c:f>Sheet1!$D$1</c:f>
              <c:strCache>
                <c:ptCount val="1"/>
                <c:pt idx="0">
                  <c:v>Projected Cumulative</c:v>
                </c:pt>
              </c:strCache>
            </c:strRef>
          </c:tx>
          <c:spPr>
            <a:ln w="22225" cap="rnd" cmpd="sng" algn="ctr">
              <a:solidFill>
                <a:srgbClr val="1CADE4"/>
              </a:solidFill>
              <a:round/>
            </a:ln>
            <a:effectLst/>
          </c:spPr>
          <c:marker>
            <c:symbol val="none"/>
          </c:marker>
          <c:cat>
            <c:strRef>
              <c:f>Sheet1!$A$2:$A$10</c:f>
              <c:strCache>
                <c:ptCount val="9"/>
                <c:pt idx="0">
                  <c:v>Week 1</c:v>
                </c:pt>
                <c:pt idx="1">
                  <c:v>Week 2</c:v>
                </c:pt>
                <c:pt idx="2">
                  <c:v>Week 3</c:v>
                </c:pt>
                <c:pt idx="3">
                  <c:v>Week 4</c:v>
                </c:pt>
                <c:pt idx="4">
                  <c:v>Week 5</c:v>
                </c:pt>
                <c:pt idx="5">
                  <c:v>Week 6</c:v>
                </c:pt>
                <c:pt idx="6">
                  <c:v>Week 7</c:v>
                </c:pt>
                <c:pt idx="7">
                  <c:v>Week 8</c:v>
                </c:pt>
                <c:pt idx="8">
                  <c:v>Week 9</c:v>
                </c:pt>
              </c:strCache>
            </c:strRef>
          </c:cat>
          <c:val>
            <c:numRef>
              <c:f>Sheet1!$D$2:$D$10</c:f>
              <c:numCache>
                <c:formatCode>"$"#,##0_);[Red]\("$"#,##0\)</c:formatCode>
                <c:ptCount val="9"/>
                <c:pt idx="0">
                  <c:v>262505</c:v>
                </c:pt>
                <c:pt idx="1">
                  <c:v>264055</c:v>
                </c:pt>
                <c:pt idx="2">
                  <c:v>265700</c:v>
                </c:pt>
                <c:pt idx="3">
                  <c:v>283527</c:v>
                </c:pt>
                <c:pt idx="4">
                  <c:v>353469</c:v>
                </c:pt>
                <c:pt idx="5">
                  <c:v>354189</c:v>
                </c:pt>
                <c:pt idx="6">
                  <c:v>356789</c:v>
                </c:pt>
                <c:pt idx="7">
                  <c:v>359389</c:v>
                </c:pt>
                <c:pt idx="8">
                  <c:v>361009</c:v>
                </c:pt>
              </c:numCache>
            </c:numRef>
          </c:val>
          <c:smooth val="0"/>
          <c:extLst>
            <c:ext xmlns:c16="http://schemas.microsoft.com/office/drawing/2014/chart" uri="{C3380CC4-5D6E-409C-BE32-E72D297353CC}">
              <c16:uniqueId val="{00000002-30C8-4DC0-9254-920A38F8FF5A}"/>
            </c:ext>
          </c:extLst>
        </c:ser>
        <c:ser>
          <c:idx val="3"/>
          <c:order val="3"/>
          <c:tx>
            <c:strRef>
              <c:f>Sheet1!$E$1</c:f>
              <c:strCache>
                <c:ptCount val="1"/>
                <c:pt idx="0">
                  <c:v>Actual Cumulative</c:v>
                </c:pt>
              </c:strCache>
            </c:strRef>
          </c:tx>
          <c:spPr>
            <a:ln w="22225" cap="rnd" cmpd="sng" algn="ctr">
              <a:solidFill>
                <a:srgbClr val="FF0000"/>
              </a:solidFill>
              <a:round/>
            </a:ln>
            <a:effectLst/>
          </c:spPr>
          <c:marker>
            <c:symbol val="none"/>
          </c:marker>
          <c:cat>
            <c:strRef>
              <c:f>Sheet1!$A$2:$A$10</c:f>
              <c:strCache>
                <c:ptCount val="9"/>
                <c:pt idx="0">
                  <c:v>Week 1</c:v>
                </c:pt>
                <c:pt idx="1">
                  <c:v>Week 2</c:v>
                </c:pt>
                <c:pt idx="2">
                  <c:v>Week 3</c:v>
                </c:pt>
                <c:pt idx="3">
                  <c:v>Week 4</c:v>
                </c:pt>
                <c:pt idx="4">
                  <c:v>Week 5</c:v>
                </c:pt>
                <c:pt idx="5">
                  <c:v>Week 6</c:v>
                </c:pt>
                <c:pt idx="6">
                  <c:v>Week 7</c:v>
                </c:pt>
                <c:pt idx="7">
                  <c:v>Week 8</c:v>
                </c:pt>
                <c:pt idx="8">
                  <c:v>Week 9</c:v>
                </c:pt>
              </c:strCache>
            </c:strRef>
          </c:cat>
          <c:val>
            <c:numRef>
              <c:f>Sheet1!$E$2:$E$10</c:f>
              <c:numCache>
                <c:formatCode>"$"#,##0_);[Red]\("$"#,##0\)</c:formatCode>
                <c:ptCount val="9"/>
                <c:pt idx="0">
                  <c:v>265165</c:v>
                </c:pt>
                <c:pt idx="1">
                  <c:v>269040</c:v>
                </c:pt>
                <c:pt idx="2">
                  <c:v>272941</c:v>
                </c:pt>
                <c:pt idx="3">
                  <c:v>294408</c:v>
                </c:pt>
                <c:pt idx="4">
                  <c:v>348248</c:v>
                </c:pt>
                <c:pt idx="5">
                  <c:v>368214</c:v>
                </c:pt>
                <c:pt idx="6">
                  <c:v>372494</c:v>
                </c:pt>
                <c:pt idx="7">
                  <c:v>376774</c:v>
                </c:pt>
                <c:pt idx="8">
                  <c:v>380074</c:v>
                </c:pt>
              </c:numCache>
            </c:numRef>
          </c:val>
          <c:smooth val="0"/>
          <c:extLst>
            <c:ext xmlns:c16="http://schemas.microsoft.com/office/drawing/2014/chart" uri="{C3380CC4-5D6E-409C-BE32-E72D297353CC}">
              <c16:uniqueId val="{00000003-30C8-4DC0-9254-920A38F8FF5A}"/>
            </c:ext>
          </c:extLst>
        </c:ser>
        <c:dLbls>
          <c:showLegendKey val="0"/>
          <c:showVal val="0"/>
          <c:showCatName val="0"/>
          <c:showSerName val="0"/>
          <c:showPercent val="0"/>
          <c:showBubbleSize val="0"/>
        </c:dLbls>
        <c:dropLines>
          <c:spPr>
            <a:ln w="9525" cap="flat" cmpd="sng" algn="ctr">
              <a:solidFill>
                <a:schemeClr val="dk1">
                  <a:lumMod val="35000"/>
                  <a:lumOff val="65000"/>
                  <a:alpha val="33000"/>
                </a:schemeClr>
              </a:solidFill>
              <a:round/>
            </a:ln>
            <a:effectLst/>
          </c:spPr>
        </c:dropLines>
        <c:smooth val="0"/>
        <c:axId val="387037144"/>
        <c:axId val="387028616"/>
      </c:lineChart>
      <c:catAx>
        <c:axId val="387037144"/>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387028616"/>
        <c:crosses val="autoZero"/>
        <c:auto val="1"/>
        <c:lblAlgn val="ctr"/>
        <c:lblOffset val="100"/>
        <c:noMultiLvlLbl val="0"/>
      </c:catAx>
      <c:valAx>
        <c:axId val="387028616"/>
        <c:scaling>
          <c:orientation val="minMax"/>
        </c:scaling>
        <c:delete val="0"/>
        <c:axPos val="l"/>
        <c:numFmt formatCode="&quot;$&quot;#,##0_);[Red]\(&quot;$&quot;#,##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387037144"/>
        <c:crosses val="autoZero"/>
        <c:crossBetween val="between"/>
      </c:valAx>
      <c:spPr>
        <a:gradFill>
          <a:gsLst>
            <a:gs pos="100000">
              <a:schemeClr val="lt1">
                <a:lumMod val="95000"/>
              </a:schemeClr>
            </a:gs>
            <a:gs pos="0">
              <a:schemeClr val="lt1"/>
            </a:gs>
          </a:gsLst>
          <a:lin ang="5400000" scaled="0"/>
        </a:grad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31FFCB-85D0-494C-BA80-8F06A1BB879F}" type="doc">
      <dgm:prSet loTypeId="urn:microsoft.com/office/officeart/2018/2/layout/IconVerticalSolidList" loCatId="icon" qsTypeId="urn:microsoft.com/office/officeart/2005/8/quickstyle/simple1" qsCatId="simple" csTypeId="urn:microsoft.com/office/officeart/2005/8/colors/accent1_1" csCatId="accent1" phldr="1"/>
      <dgm:spPr/>
      <dgm:t>
        <a:bodyPr/>
        <a:lstStyle/>
        <a:p>
          <a:endParaRPr lang="en-US"/>
        </a:p>
      </dgm:t>
    </dgm:pt>
    <dgm:pt modelId="{33F5017E-B328-4133-8B12-CB59BCF63768}">
      <dgm:prSet/>
      <dgm:spPr/>
      <dgm:t>
        <a:bodyPr/>
        <a:lstStyle/>
        <a:p>
          <a:pPr>
            <a:lnSpc>
              <a:spcPct val="100000"/>
            </a:lnSpc>
          </a:pPr>
          <a:r>
            <a:rPr lang="en-US" dirty="0">
              <a:solidFill>
                <a:schemeClr val="bg1"/>
              </a:solidFill>
            </a:rPr>
            <a:t>Software</a:t>
          </a:r>
        </a:p>
      </dgm:t>
    </dgm:pt>
    <dgm:pt modelId="{93BF105A-EF57-449C-A60D-67A7D28966B1}" type="parTrans" cxnId="{9B997BDE-876D-4AED-83C9-055364CA5F25}">
      <dgm:prSet/>
      <dgm:spPr/>
      <dgm:t>
        <a:bodyPr/>
        <a:lstStyle/>
        <a:p>
          <a:endParaRPr lang="en-US"/>
        </a:p>
      </dgm:t>
    </dgm:pt>
    <dgm:pt modelId="{DB3AC8B2-2D83-4DC3-8CB5-96E96A96CF5C}" type="sibTrans" cxnId="{9B997BDE-876D-4AED-83C9-055364CA5F25}">
      <dgm:prSet/>
      <dgm:spPr/>
      <dgm:t>
        <a:bodyPr/>
        <a:lstStyle/>
        <a:p>
          <a:endParaRPr lang="en-US"/>
        </a:p>
      </dgm:t>
    </dgm:pt>
    <dgm:pt modelId="{BB890CF2-C111-4A94-94DE-45A2038822EF}">
      <dgm:prSet/>
      <dgm:spPr/>
      <dgm:t>
        <a:bodyPr/>
        <a:lstStyle/>
        <a:p>
          <a:pPr>
            <a:lnSpc>
              <a:spcPct val="100000"/>
            </a:lnSpc>
          </a:pPr>
          <a:r>
            <a:rPr lang="en-US" dirty="0">
              <a:solidFill>
                <a:schemeClr val="bg1"/>
              </a:solidFill>
            </a:rPr>
            <a:t>Hardware </a:t>
          </a:r>
        </a:p>
      </dgm:t>
    </dgm:pt>
    <dgm:pt modelId="{CF600082-8EF6-4961-B947-2889E1231FE4}" type="parTrans" cxnId="{F6211E7E-05B9-4133-BDF2-6DBDB1A215D2}">
      <dgm:prSet/>
      <dgm:spPr/>
      <dgm:t>
        <a:bodyPr/>
        <a:lstStyle/>
        <a:p>
          <a:endParaRPr lang="en-US"/>
        </a:p>
      </dgm:t>
    </dgm:pt>
    <dgm:pt modelId="{ED73CFAE-BB24-4F3B-8ACD-0FB6B805AE52}" type="sibTrans" cxnId="{F6211E7E-05B9-4133-BDF2-6DBDB1A215D2}">
      <dgm:prSet/>
      <dgm:spPr/>
      <dgm:t>
        <a:bodyPr/>
        <a:lstStyle/>
        <a:p>
          <a:endParaRPr lang="en-US"/>
        </a:p>
      </dgm:t>
    </dgm:pt>
    <dgm:pt modelId="{BCFE10DB-B04A-4438-A13A-3A2AF931EEF9}">
      <dgm:prSet/>
      <dgm:spPr/>
      <dgm:t>
        <a:bodyPr/>
        <a:lstStyle/>
        <a:p>
          <a:pPr>
            <a:lnSpc>
              <a:spcPct val="100000"/>
            </a:lnSpc>
          </a:pPr>
          <a:r>
            <a:rPr lang="en-US" dirty="0">
              <a:solidFill>
                <a:schemeClr val="bg1"/>
              </a:solidFill>
            </a:rPr>
            <a:t>Network Goals</a:t>
          </a:r>
        </a:p>
      </dgm:t>
    </dgm:pt>
    <dgm:pt modelId="{706AC173-B035-40E0-8602-C1B4E54C0251}" type="parTrans" cxnId="{DA9C6000-E145-44FB-8DB9-8AE36F485634}">
      <dgm:prSet/>
      <dgm:spPr/>
      <dgm:t>
        <a:bodyPr/>
        <a:lstStyle/>
        <a:p>
          <a:endParaRPr lang="en-US"/>
        </a:p>
      </dgm:t>
    </dgm:pt>
    <dgm:pt modelId="{CA97D1E4-85D1-41D3-8EBC-3DC249DC5804}" type="sibTrans" cxnId="{DA9C6000-E145-44FB-8DB9-8AE36F485634}">
      <dgm:prSet/>
      <dgm:spPr/>
      <dgm:t>
        <a:bodyPr/>
        <a:lstStyle/>
        <a:p>
          <a:endParaRPr lang="en-US"/>
        </a:p>
      </dgm:t>
    </dgm:pt>
    <dgm:pt modelId="{16982A1E-FA56-49C1-907F-ED913DDED42F}">
      <dgm:prSet/>
      <dgm:spPr/>
      <dgm:t>
        <a:bodyPr/>
        <a:lstStyle/>
        <a:p>
          <a:pPr>
            <a:lnSpc>
              <a:spcPct val="100000"/>
            </a:lnSpc>
          </a:pPr>
          <a:r>
            <a:rPr lang="en-US" dirty="0">
              <a:solidFill>
                <a:schemeClr val="bg1"/>
              </a:solidFill>
            </a:rPr>
            <a:t>Security Measures</a:t>
          </a:r>
        </a:p>
      </dgm:t>
    </dgm:pt>
    <dgm:pt modelId="{146A9244-633A-459F-8FA3-CA3F0FC57719}" type="parTrans" cxnId="{1DF8BE61-727C-4834-9B1F-92D5EA555D10}">
      <dgm:prSet/>
      <dgm:spPr/>
      <dgm:t>
        <a:bodyPr/>
        <a:lstStyle/>
        <a:p>
          <a:endParaRPr lang="en-US"/>
        </a:p>
      </dgm:t>
    </dgm:pt>
    <dgm:pt modelId="{D6DB616E-C958-4F52-87AC-DAD2AA7F7D31}" type="sibTrans" cxnId="{1DF8BE61-727C-4834-9B1F-92D5EA555D10}">
      <dgm:prSet/>
      <dgm:spPr/>
      <dgm:t>
        <a:bodyPr/>
        <a:lstStyle/>
        <a:p>
          <a:endParaRPr lang="en-US"/>
        </a:p>
      </dgm:t>
    </dgm:pt>
    <dgm:pt modelId="{5CEC5CE6-4A75-4B82-BDD3-F637568A5F18}">
      <dgm:prSet/>
      <dgm:spPr/>
      <dgm:t>
        <a:bodyPr/>
        <a:lstStyle/>
        <a:p>
          <a:pPr>
            <a:lnSpc>
              <a:spcPct val="100000"/>
            </a:lnSpc>
          </a:pPr>
          <a:r>
            <a:rPr lang="en-US" dirty="0">
              <a:solidFill>
                <a:schemeClr val="bg1"/>
              </a:solidFill>
            </a:rPr>
            <a:t>Budget</a:t>
          </a:r>
        </a:p>
      </dgm:t>
    </dgm:pt>
    <dgm:pt modelId="{9B4A06C1-3C9A-4052-927C-01FF032218AD}" type="parTrans" cxnId="{EC9C296B-6C20-46A2-BFED-6466BBEC2DE9}">
      <dgm:prSet/>
      <dgm:spPr/>
      <dgm:t>
        <a:bodyPr/>
        <a:lstStyle/>
        <a:p>
          <a:endParaRPr lang="en-US"/>
        </a:p>
      </dgm:t>
    </dgm:pt>
    <dgm:pt modelId="{CDA8F8EA-B812-4AA9-9C51-35459E28AA14}" type="sibTrans" cxnId="{EC9C296B-6C20-46A2-BFED-6466BBEC2DE9}">
      <dgm:prSet/>
      <dgm:spPr/>
      <dgm:t>
        <a:bodyPr/>
        <a:lstStyle/>
        <a:p>
          <a:endParaRPr lang="en-US"/>
        </a:p>
      </dgm:t>
    </dgm:pt>
    <dgm:pt modelId="{51287151-C1F2-470C-9092-D666CC7A74B8}" type="pres">
      <dgm:prSet presAssocID="{D931FFCB-85D0-494C-BA80-8F06A1BB879F}" presName="root" presStyleCnt="0">
        <dgm:presLayoutVars>
          <dgm:dir/>
          <dgm:resizeHandles val="exact"/>
        </dgm:presLayoutVars>
      </dgm:prSet>
      <dgm:spPr/>
    </dgm:pt>
    <dgm:pt modelId="{078986BB-7115-4B36-B4B0-09AA012D9B16}" type="pres">
      <dgm:prSet presAssocID="{33F5017E-B328-4133-8B12-CB59BCF63768}" presName="compNode" presStyleCnt="0"/>
      <dgm:spPr/>
    </dgm:pt>
    <dgm:pt modelId="{9F84F0C0-0822-47C9-93FD-A9CB5E335B2E}" type="pres">
      <dgm:prSet presAssocID="{33F5017E-B328-4133-8B12-CB59BCF63768}" presName="bgRect" presStyleLbl="bgShp" presStyleIdx="0" presStyleCnt="5" custLinFactNeighborX="-3749" custLinFactNeighborY="-1042"/>
      <dgm:spPr>
        <a:solidFill>
          <a:schemeClr val="tx2">
            <a:lumMod val="50000"/>
          </a:schemeClr>
        </a:solidFill>
      </dgm:spPr>
    </dgm:pt>
    <dgm:pt modelId="{4EFF12FD-7530-4E91-A20B-A6BEE3E83FA3}" type="pres">
      <dgm:prSet presAssocID="{33F5017E-B328-4133-8B12-CB59BCF63768}"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pt>
    <dgm:pt modelId="{B477AADB-16C0-451F-A3D7-B3F5833A4527}" type="pres">
      <dgm:prSet presAssocID="{33F5017E-B328-4133-8B12-CB59BCF63768}" presName="spaceRect" presStyleCnt="0"/>
      <dgm:spPr/>
    </dgm:pt>
    <dgm:pt modelId="{4F7ED127-CABE-46CE-A71D-523D67EC1945}" type="pres">
      <dgm:prSet presAssocID="{33F5017E-B328-4133-8B12-CB59BCF63768}" presName="parTx" presStyleLbl="revTx" presStyleIdx="0" presStyleCnt="5">
        <dgm:presLayoutVars>
          <dgm:chMax val="0"/>
          <dgm:chPref val="0"/>
        </dgm:presLayoutVars>
      </dgm:prSet>
      <dgm:spPr/>
    </dgm:pt>
    <dgm:pt modelId="{364DEEE4-7681-4FCA-BC06-19E747B9CD7F}" type="pres">
      <dgm:prSet presAssocID="{DB3AC8B2-2D83-4DC3-8CB5-96E96A96CF5C}" presName="sibTrans" presStyleCnt="0"/>
      <dgm:spPr/>
    </dgm:pt>
    <dgm:pt modelId="{292DCEF6-ABC1-4FF6-8C47-A03F398BF6BB}" type="pres">
      <dgm:prSet presAssocID="{BB890CF2-C111-4A94-94DE-45A2038822EF}" presName="compNode" presStyleCnt="0"/>
      <dgm:spPr/>
    </dgm:pt>
    <dgm:pt modelId="{9D2732E3-2C8D-4016-B004-EB5CD8BD8A4B}" type="pres">
      <dgm:prSet presAssocID="{BB890CF2-C111-4A94-94DE-45A2038822EF}" presName="bgRect" presStyleLbl="bgShp" presStyleIdx="1" presStyleCnt="5"/>
      <dgm:spPr>
        <a:solidFill>
          <a:schemeClr val="accent2">
            <a:lumMod val="50000"/>
          </a:schemeClr>
        </a:solidFill>
      </dgm:spPr>
    </dgm:pt>
    <dgm:pt modelId="{DD9C9352-B594-4DE0-950C-F62972F0E0DA}" type="pres">
      <dgm:prSet presAssocID="{BB890CF2-C111-4A94-94DE-45A2038822E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24609629-E59F-4671-AB9D-94D9CCFDF801}" type="pres">
      <dgm:prSet presAssocID="{BB890CF2-C111-4A94-94DE-45A2038822EF}" presName="spaceRect" presStyleCnt="0"/>
      <dgm:spPr/>
    </dgm:pt>
    <dgm:pt modelId="{5B32BA47-7BAE-4C38-87E6-4C762411B1FF}" type="pres">
      <dgm:prSet presAssocID="{BB890CF2-C111-4A94-94DE-45A2038822EF}" presName="parTx" presStyleLbl="revTx" presStyleIdx="1" presStyleCnt="5">
        <dgm:presLayoutVars>
          <dgm:chMax val="0"/>
          <dgm:chPref val="0"/>
        </dgm:presLayoutVars>
      </dgm:prSet>
      <dgm:spPr/>
    </dgm:pt>
    <dgm:pt modelId="{A2FF0C8A-25CF-4B70-983B-5F191165333B}" type="pres">
      <dgm:prSet presAssocID="{ED73CFAE-BB24-4F3B-8ACD-0FB6B805AE52}" presName="sibTrans" presStyleCnt="0"/>
      <dgm:spPr/>
    </dgm:pt>
    <dgm:pt modelId="{9D347575-D971-47F7-BDF3-1D7A8A3BDC7F}" type="pres">
      <dgm:prSet presAssocID="{BCFE10DB-B04A-4438-A13A-3A2AF931EEF9}" presName="compNode" presStyleCnt="0"/>
      <dgm:spPr/>
    </dgm:pt>
    <dgm:pt modelId="{B5180B67-C198-49F8-80BD-3F8A82DABEAB}" type="pres">
      <dgm:prSet presAssocID="{BCFE10DB-B04A-4438-A13A-3A2AF931EEF9}" presName="bgRect" presStyleLbl="bgShp" presStyleIdx="2" presStyleCnt="5"/>
      <dgm:spPr>
        <a:solidFill>
          <a:srgbClr val="0E5772"/>
        </a:solidFill>
      </dgm:spPr>
    </dgm:pt>
    <dgm:pt modelId="{4FA2DC15-F040-4464-A477-288C36F3249A}" type="pres">
      <dgm:prSet presAssocID="{BCFE10DB-B04A-4438-A13A-3A2AF931EEF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ireless router"/>
        </a:ext>
      </dgm:extLst>
    </dgm:pt>
    <dgm:pt modelId="{1D66A44C-67E4-4E60-8449-693B59096D9E}" type="pres">
      <dgm:prSet presAssocID="{BCFE10DB-B04A-4438-A13A-3A2AF931EEF9}" presName="spaceRect" presStyleCnt="0"/>
      <dgm:spPr/>
    </dgm:pt>
    <dgm:pt modelId="{1D995042-747E-46A6-9081-8EFC97B6AACB}" type="pres">
      <dgm:prSet presAssocID="{BCFE10DB-B04A-4438-A13A-3A2AF931EEF9}" presName="parTx" presStyleLbl="revTx" presStyleIdx="2" presStyleCnt="5">
        <dgm:presLayoutVars>
          <dgm:chMax val="0"/>
          <dgm:chPref val="0"/>
        </dgm:presLayoutVars>
      </dgm:prSet>
      <dgm:spPr/>
    </dgm:pt>
    <dgm:pt modelId="{E5A291CE-D9FB-4AEF-9637-C2073F08DA23}" type="pres">
      <dgm:prSet presAssocID="{CA97D1E4-85D1-41D3-8EBC-3DC249DC5804}" presName="sibTrans" presStyleCnt="0"/>
      <dgm:spPr/>
    </dgm:pt>
    <dgm:pt modelId="{16D75C33-8E82-485F-8927-8B695A8D3EF7}" type="pres">
      <dgm:prSet presAssocID="{16982A1E-FA56-49C1-907F-ED913DDED42F}" presName="compNode" presStyleCnt="0"/>
      <dgm:spPr/>
    </dgm:pt>
    <dgm:pt modelId="{E74E39CF-B7E1-427A-AB70-03B1050F61E1}" type="pres">
      <dgm:prSet presAssocID="{16982A1E-FA56-49C1-907F-ED913DDED42F}" presName="bgRect" presStyleLbl="bgShp" presStyleIdx="3" presStyleCnt="5"/>
      <dgm:spPr>
        <a:solidFill>
          <a:schemeClr val="accent2">
            <a:lumMod val="75000"/>
          </a:schemeClr>
        </a:solidFill>
      </dgm:spPr>
    </dgm:pt>
    <dgm:pt modelId="{B9EF9717-BBD1-4356-AC55-610AA7DD4845}" type="pres">
      <dgm:prSet presAssocID="{16982A1E-FA56-49C1-907F-ED913DDED42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ock"/>
        </a:ext>
      </dgm:extLst>
    </dgm:pt>
    <dgm:pt modelId="{8ACF290D-2589-4318-93B5-6FC2CADF8B10}" type="pres">
      <dgm:prSet presAssocID="{16982A1E-FA56-49C1-907F-ED913DDED42F}" presName="spaceRect" presStyleCnt="0"/>
      <dgm:spPr/>
    </dgm:pt>
    <dgm:pt modelId="{4E608675-0205-42F2-BA49-534AA5DAF867}" type="pres">
      <dgm:prSet presAssocID="{16982A1E-FA56-49C1-907F-ED913DDED42F}" presName="parTx" presStyleLbl="revTx" presStyleIdx="3" presStyleCnt="5">
        <dgm:presLayoutVars>
          <dgm:chMax val="0"/>
          <dgm:chPref val="0"/>
        </dgm:presLayoutVars>
      </dgm:prSet>
      <dgm:spPr/>
    </dgm:pt>
    <dgm:pt modelId="{1A43AED1-13A6-4430-BDBE-6B2D4979DA63}" type="pres">
      <dgm:prSet presAssocID="{D6DB616E-C958-4F52-87AC-DAD2AA7F7D31}" presName="sibTrans" presStyleCnt="0"/>
      <dgm:spPr/>
    </dgm:pt>
    <dgm:pt modelId="{997EB1A0-7B98-47CC-921E-69D54E6FF77C}" type="pres">
      <dgm:prSet presAssocID="{5CEC5CE6-4A75-4B82-BDD3-F637568A5F18}" presName="compNode" presStyleCnt="0"/>
      <dgm:spPr/>
    </dgm:pt>
    <dgm:pt modelId="{827CAE46-B96E-4796-A80F-5C6D93EE08B6}" type="pres">
      <dgm:prSet presAssocID="{5CEC5CE6-4A75-4B82-BDD3-F637568A5F18}" presName="bgRect" presStyleLbl="bgShp" presStyleIdx="4" presStyleCnt="5"/>
      <dgm:spPr>
        <a:solidFill>
          <a:srgbClr val="2683C6"/>
        </a:solidFill>
      </dgm:spPr>
    </dgm:pt>
    <dgm:pt modelId="{BC7CC971-EDCC-4E05-81E5-B87BACE7AC43}" type="pres">
      <dgm:prSet presAssocID="{5CEC5CE6-4A75-4B82-BDD3-F637568A5F1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ollar"/>
        </a:ext>
      </dgm:extLst>
    </dgm:pt>
    <dgm:pt modelId="{27BB7E0F-6317-4F1E-8685-A3BD997D0599}" type="pres">
      <dgm:prSet presAssocID="{5CEC5CE6-4A75-4B82-BDD3-F637568A5F18}" presName="spaceRect" presStyleCnt="0"/>
      <dgm:spPr/>
    </dgm:pt>
    <dgm:pt modelId="{8A3140D8-9982-4EE4-9D86-1553746C7221}" type="pres">
      <dgm:prSet presAssocID="{5CEC5CE6-4A75-4B82-BDD3-F637568A5F18}" presName="parTx" presStyleLbl="revTx" presStyleIdx="4" presStyleCnt="5">
        <dgm:presLayoutVars>
          <dgm:chMax val="0"/>
          <dgm:chPref val="0"/>
        </dgm:presLayoutVars>
      </dgm:prSet>
      <dgm:spPr/>
    </dgm:pt>
  </dgm:ptLst>
  <dgm:cxnLst>
    <dgm:cxn modelId="{DA9C6000-E145-44FB-8DB9-8AE36F485634}" srcId="{D931FFCB-85D0-494C-BA80-8F06A1BB879F}" destId="{BCFE10DB-B04A-4438-A13A-3A2AF931EEF9}" srcOrd="2" destOrd="0" parTransId="{706AC173-B035-40E0-8602-C1B4E54C0251}" sibTransId="{CA97D1E4-85D1-41D3-8EBC-3DC249DC5804}"/>
    <dgm:cxn modelId="{2FA6EE18-0B60-4B0F-BAD1-D08F8A891FCB}" type="presOf" srcId="{BB890CF2-C111-4A94-94DE-45A2038822EF}" destId="{5B32BA47-7BAE-4C38-87E6-4C762411B1FF}" srcOrd="0" destOrd="0" presId="urn:microsoft.com/office/officeart/2018/2/layout/IconVerticalSolidList"/>
    <dgm:cxn modelId="{CBBE892E-F99B-47F9-A262-7114A0C12B92}" type="presOf" srcId="{16982A1E-FA56-49C1-907F-ED913DDED42F}" destId="{4E608675-0205-42F2-BA49-534AA5DAF867}" srcOrd="0" destOrd="0" presId="urn:microsoft.com/office/officeart/2018/2/layout/IconVerticalSolidList"/>
    <dgm:cxn modelId="{1DF8BE61-727C-4834-9B1F-92D5EA555D10}" srcId="{D931FFCB-85D0-494C-BA80-8F06A1BB879F}" destId="{16982A1E-FA56-49C1-907F-ED913DDED42F}" srcOrd="3" destOrd="0" parTransId="{146A9244-633A-459F-8FA3-CA3F0FC57719}" sibTransId="{D6DB616E-C958-4F52-87AC-DAD2AA7F7D31}"/>
    <dgm:cxn modelId="{DC390D67-7C86-43AC-A96E-63DB45BCB563}" type="presOf" srcId="{5CEC5CE6-4A75-4B82-BDD3-F637568A5F18}" destId="{8A3140D8-9982-4EE4-9D86-1553746C7221}" srcOrd="0" destOrd="0" presId="urn:microsoft.com/office/officeart/2018/2/layout/IconVerticalSolidList"/>
    <dgm:cxn modelId="{EC9C296B-6C20-46A2-BFED-6466BBEC2DE9}" srcId="{D931FFCB-85D0-494C-BA80-8F06A1BB879F}" destId="{5CEC5CE6-4A75-4B82-BDD3-F637568A5F18}" srcOrd="4" destOrd="0" parTransId="{9B4A06C1-3C9A-4052-927C-01FF032218AD}" sibTransId="{CDA8F8EA-B812-4AA9-9C51-35459E28AA14}"/>
    <dgm:cxn modelId="{F6211E7E-05B9-4133-BDF2-6DBDB1A215D2}" srcId="{D931FFCB-85D0-494C-BA80-8F06A1BB879F}" destId="{BB890CF2-C111-4A94-94DE-45A2038822EF}" srcOrd="1" destOrd="0" parTransId="{CF600082-8EF6-4961-B947-2889E1231FE4}" sibTransId="{ED73CFAE-BB24-4F3B-8ACD-0FB6B805AE52}"/>
    <dgm:cxn modelId="{E5DEB990-856F-45B5-AF8F-7FF72E21366D}" type="presOf" srcId="{33F5017E-B328-4133-8B12-CB59BCF63768}" destId="{4F7ED127-CABE-46CE-A71D-523D67EC1945}" srcOrd="0" destOrd="0" presId="urn:microsoft.com/office/officeart/2018/2/layout/IconVerticalSolidList"/>
    <dgm:cxn modelId="{DBFAC7AC-FD9D-4ABE-8986-95A9E922EFB9}" type="presOf" srcId="{D931FFCB-85D0-494C-BA80-8F06A1BB879F}" destId="{51287151-C1F2-470C-9092-D666CC7A74B8}" srcOrd="0" destOrd="0" presId="urn:microsoft.com/office/officeart/2018/2/layout/IconVerticalSolidList"/>
    <dgm:cxn modelId="{54AD2FD2-AF51-4645-BEED-4364C3959FC0}" type="presOf" srcId="{BCFE10DB-B04A-4438-A13A-3A2AF931EEF9}" destId="{1D995042-747E-46A6-9081-8EFC97B6AACB}" srcOrd="0" destOrd="0" presId="urn:microsoft.com/office/officeart/2018/2/layout/IconVerticalSolidList"/>
    <dgm:cxn modelId="{9B997BDE-876D-4AED-83C9-055364CA5F25}" srcId="{D931FFCB-85D0-494C-BA80-8F06A1BB879F}" destId="{33F5017E-B328-4133-8B12-CB59BCF63768}" srcOrd="0" destOrd="0" parTransId="{93BF105A-EF57-449C-A60D-67A7D28966B1}" sibTransId="{DB3AC8B2-2D83-4DC3-8CB5-96E96A96CF5C}"/>
    <dgm:cxn modelId="{006F923E-B0C1-4D9D-9DBD-92D2447E89A7}" type="presParOf" srcId="{51287151-C1F2-470C-9092-D666CC7A74B8}" destId="{078986BB-7115-4B36-B4B0-09AA012D9B16}" srcOrd="0" destOrd="0" presId="urn:microsoft.com/office/officeart/2018/2/layout/IconVerticalSolidList"/>
    <dgm:cxn modelId="{98C170D6-E811-4089-A4D2-27CD47924D22}" type="presParOf" srcId="{078986BB-7115-4B36-B4B0-09AA012D9B16}" destId="{9F84F0C0-0822-47C9-93FD-A9CB5E335B2E}" srcOrd="0" destOrd="0" presId="urn:microsoft.com/office/officeart/2018/2/layout/IconVerticalSolidList"/>
    <dgm:cxn modelId="{B4D7E33C-4231-4B74-9281-8F5983FF7B09}" type="presParOf" srcId="{078986BB-7115-4B36-B4B0-09AA012D9B16}" destId="{4EFF12FD-7530-4E91-A20B-A6BEE3E83FA3}" srcOrd="1" destOrd="0" presId="urn:microsoft.com/office/officeart/2018/2/layout/IconVerticalSolidList"/>
    <dgm:cxn modelId="{50CFBD7A-918A-4A99-941F-69FFF164EB54}" type="presParOf" srcId="{078986BB-7115-4B36-B4B0-09AA012D9B16}" destId="{B477AADB-16C0-451F-A3D7-B3F5833A4527}" srcOrd="2" destOrd="0" presId="urn:microsoft.com/office/officeart/2018/2/layout/IconVerticalSolidList"/>
    <dgm:cxn modelId="{0A3E6C41-B3FC-40DE-80D7-63558C206134}" type="presParOf" srcId="{078986BB-7115-4B36-B4B0-09AA012D9B16}" destId="{4F7ED127-CABE-46CE-A71D-523D67EC1945}" srcOrd="3" destOrd="0" presId="urn:microsoft.com/office/officeart/2018/2/layout/IconVerticalSolidList"/>
    <dgm:cxn modelId="{E0BBC85E-FA7A-418D-B7E9-8C6441F74525}" type="presParOf" srcId="{51287151-C1F2-470C-9092-D666CC7A74B8}" destId="{364DEEE4-7681-4FCA-BC06-19E747B9CD7F}" srcOrd="1" destOrd="0" presId="urn:microsoft.com/office/officeart/2018/2/layout/IconVerticalSolidList"/>
    <dgm:cxn modelId="{1E1853E7-464E-4326-B9E1-10534ED011C6}" type="presParOf" srcId="{51287151-C1F2-470C-9092-D666CC7A74B8}" destId="{292DCEF6-ABC1-4FF6-8C47-A03F398BF6BB}" srcOrd="2" destOrd="0" presId="urn:microsoft.com/office/officeart/2018/2/layout/IconVerticalSolidList"/>
    <dgm:cxn modelId="{8825F065-4CFC-4898-8CE6-F92BABB762D4}" type="presParOf" srcId="{292DCEF6-ABC1-4FF6-8C47-A03F398BF6BB}" destId="{9D2732E3-2C8D-4016-B004-EB5CD8BD8A4B}" srcOrd="0" destOrd="0" presId="urn:microsoft.com/office/officeart/2018/2/layout/IconVerticalSolidList"/>
    <dgm:cxn modelId="{D3F0C35F-E27C-4A00-9779-C63C775EA133}" type="presParOf" srcId="{292DCEF6-ABC1-4FF6-8C47-A03F398BF6BB}" destId="{DD9C9352-B594-4DE0-950C-F62972F0E0DA}" srcOrd="1" destOrd="0" presId="urn:microsoft.com/office/officeart/2018/2/layout/IconVerticalSolidList"/>
    <dgm:cxn modelId="{B08C43C6-6224-4787-9831-39B680469838}" type="presParOf" srcId="{292DCEF6-ABC1-4FF6-8C47-A03F398BF6BB}" destId="{24609629-E59F-4671-AB9D-94D9CCFDF801}" srcOrd="2" destOrd="0" presId="urn:microsoft.com/office/officeart/2018/2/layout/IconVerticalSolidList"/>
    <dgm:cxn modelId="{9FA61102-3954-4706-83DF-EC44F442644C}" type="presParOf" srcId="{292DCEF6-ABC1-4FF6-8C47-A03F398BF6BB}" destId="{5B32BA47-7BAE-4C38-87E6-4C762411B1FF}" srcOrd="3" destOrd="0" presId="urn:microsoft.com/office/officeart/2018/2/layout/IconVerticalSolidList"/>
    <dgm:cxn modelId="{ACB2642E-50AE-4017-9A50-3341125D5C50}" type="presParOf" srcId="{51287151-C1F2-470C-9092-D666CC7A74B8}" destId="{A2FF0C8A-25CF-4B70-983B-5F191165333B}" srcOrd="3" destOrd="0" presId="urn:microsoft.com/office/officeart/2018/2/layout/IconVerticalSolidList"/>
    <dgm:cxn modelId="{C46B9B8D-8F44-4B8B-BF4D-921CA2BAEED0}" type="presParOf" srcId="{51287151-C1F2-470C-9092-D666CC7A74B8}" destId="{9D347575-D971-47F7-BDF3-1D7A8A3BDC7F}" srcOrd="4" destOrd="0" presId="urn:microsoft.com/office/officeart/2018/2/layout/IconVerticalSolidList"/>
    <dgm:cxn modelId="{63EFEA14-3ED9-47D2-8CB0-229A44BE55B5}" type="presParOf" srcId="{9D347575-D971-47F7-BDF3-1D7A8A3BDC7F}" destId="{B5180B67-C198-49F8-80BD-3F8A82DABEAB}" srcOrd="0" destOrd="0" presId="urn:microsoft.com/office/officeart/2018/2/layout/IconVerticalSolidList"/>
    <dgm:cxn modelId="{CDBE15C2-FCF6-4BC4-AF9A-FE38E2422F5C}" type="presParOf" srcId="{9D347575-D971-47F7-BDF3-1D7A8A3BDC7F}" destId="{4FA2DC15-F040-4464-A477-288C36F3249A}" srcOrd="1" destOrd="0" presId="urn:microsoft.com/office/officeart/2018/2/layout/IconVerticalSolidList"/>
    <dgm:cxn modelId="{6C6C1557-3E72-42B2-BEE5-575C1C774245}" type="presParOf" srcId="{9D347575-D971-47F7-BDF3-1D7A8A3BDC7F}" destId="{1D66A44C-67E4-4E60-8449-693B59096D9E}" srcOrd="2" destOrd="0" presId="urn:microsoft.com/office/officeart/2018/2/layout/IconVerticalSolidList"/>
    <dgm:cxn modelId="{7BDF9E0D-BEAD-4F4D-A09C-14C1808C9F05}" type="presParOf" srcId="{9D347575-D971-47F7-BDF3-1D7A8A3BDC7F}" destId="{1D995042-747E-46A6-9081-8EFC97B6AACB}" srcOrd="3" destOrd="0" presId="urn:microsoft.com/office/officeart/2018/2/layout/IconVerticalSolidList"/>
    <dgm:cxn modelId="{EEE67511-3C1F-4F47-AC85-615310F891CE}" type="presParOf" srcId="{51287151-C1F2-470C-9092-D666CC7A74B8}" destId="{E5A291CE-D9FB-4AEF-9637-C2073F08DA23}" srcOrd="5" destOrd="0" presId="urn:microsoft.com/office/officeart/2018/2/layout/IconVerticalSolidList"/>
    <dgm:cxn modelId="{FF7B27C2-DA88-45FE-9C73-E7BE7C346529}" type="presParOf" srcId="{51287151-C1F2-470C-9092-D666CC7A74B8}" destId="{16D75C33-8E82-485F-8927-8B695A8D3EF7}" srcOrd="6" destOrd="0" presId="urn:microsoft.com/office/officeart/2018/2/layout/IconVerticalSolidList"/>
    <dgm:cxn modelId="{0B9DDF3C-06F9-4824-9387-7B7E7A3F6713}" type="presParOf" srcId="{16D75C33-8E82-485F-8927-8B695A8D3EF7}" destId="{E74E39CF-B7E1-427A-AB70-03B1050F61E1}" srcOrd="0" destOrd="0" presId="urn:microsoft.com/office/officeart/2018/2/layout/IconVerticalSolidList"/>
    <dgm:cxn modelId="{841F67CF-702C-4690-97B5-7DC3D32F64CF}" type="presParOf" srcId="{16D75C33-8E82-485F-8927-8B695A8D3EF7}" destId="{B9EF9717-BBD1-4356-AC55-610AA7DD4845}" srcOrd="1" destOrd="0" presId="urn:microsoft.com/office/officeart/2018/2/layout/IconVerticalSolidList"/>
    <dgm:cxn modelId="{F16A90DC-5696-4219-9462-7D1D192A3761}" type="presParOf" srcId="{16D75C33-8E82-485F-8927-8B695A8D3EF7}" destId="{8ACF290D-2589-4318-93B5-6FC2CADF8B10}" srcOrd="2" destOrd="0" presId="urn:microsoft.com/office/officeart/2018/2/layout/IconVerticalSolidList"/>
    <dgm:cxn modelId="{40477BD8-8827-471A-9212-1DBF2EF3A274}" type="presParOf" srcId="{16D75C33-8E82-485F-8927-8B695A8D3EF7}" destId="{4E608675-0205-42F2-BA49-534AA5DAF867}" srcOrd="3" destOrd="0" presId="urn:microsoft.com/office/officeart/2018/2/layout/IconVerticalSolidList"/>
    <dgm:cxn modelId="{2F663D47-B37D-4E1D-BBE7-DFF237D910A8}" type="presParOf" srcId="{51287151-C1F2-470C-9092-D666CC7A74B8}" destId="{1A43AED1-13A6-4430-BDBE-6B2D4979DA63}" srcOrd="7" destOrd="0" presId="urn:microsoft.com/office/officeart/2018/2/layout/IconVerticalSolidList"/>
    <dgm:cxn modelId="{2CD6C875-F611-4D87-B0B5-3882D7C81CA8}" type="presParOf" srcId="{51287151-C1F2-470C-9092-D666CC7A74B8}" destId="{997EB1A0-7B98-47CC-921E-69D54E6FF77C}" srcOrd="8" destOrd="0" presId="urn:microsoft.com/office/officeart/2018/2/layout/IconVerticalSolidList"/>
    <dgm:cxn modelId="{4EF7BA85-9AE8-4991-B1CB-972F889970C8}" type="presParOf" srcId="{997EB1A0-7B98-47CC-921E-69D54E6FF77C}" destId="{827CAE46-B96E-4796-A80F-5C6D93EE08B6}" srcOrd="0" destOrd="0" presId="urn:microsoft.com/office/officeart/2018/2/layout/IconVerticalSolidList"/>
    <dgm:cxn modelId="{861CFD88-7254-47AB-99D4-E664BCF28634}" type="presParOf" srcId="{997EB1A0-7B98-47CC-921E-69D54E6FF77C}" destId="{BC7CC971-EDCC-4E05-81E5-B87BACE7AC43}" srcOrd="1" destOrd="0" presId="urn:microsoft.com/office/officeart/2018/2/layout/IconVerticalSolidList"/>
    <dgm:cxn modelId="{739EC6BA-E336-4C80-8C19-4BF9C8DB2EAF}" type="presParOf" srcId="{997EB1A0-7B98-47CC-921E-69D54E6FF77C}" destId="{27BB7E0F-6317-4F1E-8685-A3BD997D0599}" srcOrd="2" destOrd="0" presId="urn:microsoft.com/office/officeart/2018/2/layout/IconVerticalSolidList"/>
    <dgm:cxn modelId="{DB760FF7-D39D-400B-B0D0-41407A38CE63}" type="presParOf" srcId="{997EB1A0-7B98-47CC-921E-69D54E6FF77C}" destId="{8A3140D8-9982-4EE4-9D86-1553746C7221}" srcOrd="3" destOrd="0" presId="urn:microsoft.com/office/officeart/2018/2/layout/IconVerticalSolidList"/>
  </dgm:cxnLst>
  <dgm:bg>
    <a:effect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9B5E488C-0E43-45C7-B99B-81952E0851E5}" type="doc">
      <dgm:prSet loTypeId="urn:microsoft.com/office/officeart/2018/2/layout/IconVerticalSolidList" loCatId="icon" qsTypeId="urn:microsoft.com/office/officeart/2005/8/quickstyle/simple1" qsCatId="simple" csTypeId="urn:microsoft.com/office/officeart/2018/5/colors/Iconchunking_neutralicontext_colorful2" csCatId="colorful" phldr="1"/>
      <dgm:spPr/>
      <dgm:t>
        <a:bodyPr/>
        <a:lstStyle/>
        <a:p>
          <a:endParaRPr lang="en-US"/>
        </a:p>
      </dgm:t>
    </dgm:pt>
    <dgm:pt modelId="{3AAD7BBE-563C-4C1D-99E0-DBA70B1205C5}">
      <dgm:prSet/>
      <dgm:spPr/>
      <dgm:t>
        <a:bodyPr/>
        <a:lstStyle/>
        <a:p>
          <a:pPr>
            <a:lnSpc>
              <a:spcPct val="100000"/>
            </a:lnSpc>
          </a:pPr>
          <a:r>
            <a:rPr lang="en-US" dirty="0"/>
            <a:t>Floor 2 &amp; 3 100% Coverage</a:t>
          </a:r>
        </a:p>
      </dgm:t>
    </dgm:pt>
    <dgm:pt modelId="{915B2BB9-27B3-4639-B013-2DC2048C9320}" type="parTrans" cxnId="{3E142260-BEE8-4528-8827-77E2656AB4E9}">
      <dgm:prSet/>
      <dgm:spPr/>
      <dgm:t>
        <a:bodyPr/>
        <a:lstStyle/>
        <a:p>
          <a:endParaRPr lang="en-US"/>
        </a:p>
      </dgm:t>
    </dgm:pt>
    <dgm:pt modelId="{31C30C3E-183A-4DEF-AD2F-15894F6D06E7}" type="sibTrans" cxnId="{3E142260-BEE8-4528-8827-77E2656AB4E9}">
      <dgm:prSet/>
      <dgm:spPr/>
      <dgm:t>
        <a:bodyPr/>
        <a:lstStyle/>
        <a:p>
          <a:endParaRPr lang="en-US"/>
        </a:p>
      </dgm:t>
    </dgm:pt>
    <dgm:pt modelId="{B6F2ECD6-F661-42E7-9291-889C60833767}">
      <dgm:prSet/>
      <dgm:spPr/>
      <dgm:t>
        <a:bodyPr/>
        <a:lstStyle/>
        <a:p>
          <a:pPr>
            <a:lnSpc>
              <a:spcPct val="100000"/>
            </a:lnSpc>
          </a:pPr>
          <a:r>
            <a:rPr lang="en-US"/>
            <a:t>Floor 1 North &amp; South Wings Coverage</a:t>
          </a:r>
        </a:p>
      </dgm:t>
    </dgm:pt>
    <dgm:pt modelId="{59BA455B-61F3-4CD6-828A-ED7F92D643D6}" type="parTrans" cxnId="{199FAEA5-489B-467A-B428-BC2AEBAA6E65}">
      <dgm:prSet/>
      <dgm:spPr/>
      <dgm:t>
        <a:bodyPr/>
        <a:lstStyle/>
        <a:p>
          <a:endParaRPr lang="en-US"/>
        </a:p>
      </dgm:t>
    </dgm:pt>
    <dgm:pt modelId="{699D13FD-B3DF-4364-B877-7E6214B0A235}" type="sibTrans" cxnId="{199FAEA5-489B-467A-B428-BC2AEBAA6E65}">
      <dgm:prSet/>
      <dgm:spPr/>
      <dgm:t>
        <a:bodyPr/>
        <a:lstStyle/>
        <a:p>
          <a:endParaRPr lang="en-US"/>
        </a:p>
      </dgm:t>
    </dgm:pt>
    <dgm:pt modelId="{8F97A58B-943D-45A0-8E34-F45DF2644B2D}">
      <dgm:prSet/>
      <dgm:spPr/>
      <dgm:t>
        <a:bodyPr/>
        <a:lstStyle/>
        <a:p>
          <a:pPr>
            <a:lnSpc>
              <a:spcPct val="100000"/>
            </a:lnSpc>
          </a:pPr>
          <a:r>
            <a:rPr lang="en-US" dirty="0"/>
            <a:t>30 Mb Download Speeds</a:t>
          </a:r>
        </a:p>
      </dgm:t>
    </dgm:pt>
    <dgm:pt modelId="{5DBF215B-155E-4B36-80E7-9ECD30A981C8}" type="parTrans" cxnId="{E2C2414E-3814-44DC-BB05-67D63044D69A}">
      <dgm:prSet/>
      <dgm:spPr/>
      <dgm:t>
        <a:bodyPr/>
        <a:lstStyle/>
        <a:p>
          <a:endParaRPr lang="en-US"/>
        </a:p>
      </dgm:t>
    </dgm:pt>
    <dgm:pt modelId="{6F789FAA-894F-4F56-A967-6A26123C6C0B}" type="sibTrans" cxnId="{E2C2414E-3814-44DC-BB05-67D63044D69A}">
      <dgm:prSet/>
      <dgm:spPr/>
      <dgm:t>
        <a:bodyPr/>
        <a:lstStyle/>
        <a:p>
          <a:endParaRPr lang="en-US"/>
        </a:p>
      </dgm:t>
    </dgm:pt>
    <dgm:pt modelId="{82B9DA75-9850-4765-9CC9-2157C96D273F}">
      <dgm:prSet/>
      <dgm:spPr/>
      <dgm:t>
        <a:bodyPr/>
        <a:lstStyle/>
        <a:p>
          <a:pPr>
            <a:lnSpc>
              <a:spcPct val="100000"/>
            </a:lnSpc>
          </a:pPr>
          <a:r>
            <a:rPr lang="en-US"/>
            <a:t>10 Mb Upload Speeds</a:t>
          </a:r>
        </a:p>
      </dgm:t>
    </dgm:pt>
    <dgm:pt modelId="{6DD7FD21-D0D6-40B9-947C-C2ECF0E40E32}" type="parTrans" cxnId="{185AA261-F450-45BB-BA53-70E6207E41C1}">
      <dgm:prSet/>
      <dgm:spPr/>
      <dgm:t>
        <a:bodyPr/>
        <a:lstStyle/>
        <a:p>
          <a:endParaRPr lang="en-US"/>
        </a:p>
      </dgm:t>
    </dgm:pt>
    <dgm:pt modelId="{E8C3D315-724B-441F-B202-201FC4CBB664}" type="sibTrans" cxnId="{185AA261-F450-45BB-BA53-70E6207E41C1}">
      <dgm:prSet/>
      <dgm:spPr/>
      <dgm:t>
        <a:bodyPr/>
        <a:lstStyle/>
        <a:p>
          <a:endParaRPr lang="en-US"/>
        </a:p>
      </dgm:t>
    </dgm:pt>
    <dgm:pt modelId="{498FF997-B7F4-4F58-837C-9C05E85C0CDA}" type="pres">
      <dgm:prSet presAssocID="{9B5E488C-0E43-45C7-B99B-81952E0851E5}" presName="root" presStyleCnt="0">
        <dgm:presLayoutVars>
          <dgm:dir/>
          <dgm:resizeHandles val="exact"/>
        </dgm:presLayoutVars>
      </dgm:prSet>
      <dgm:spPr/>
    </dgm:pt>
    <dgm:pt modelId="{C6846009-6325-4B1B-A174-E4FF18500DDD}" type="pres">
      <dgm:prSet presAssocID="{3AAD7BBE-563C-4C1D-99E0-DBA70B1205C5}" presName="compNode" presStyleCnt="0"/>
      <dgm:spPr/>
    </dgm:pt>
    <dgm:pt modelId="{C64652BA-C931-4189-810E-E4B6BFA8D79C}" type="pres">
      <dgm:prSet presAssocID="{3AAD7BBE-563C-4C1D-99E0-DBA70B1205C5}" presName="bgRect" presStyleLbl="bgShp" presStyleIdx="0" presStyleCnt="4"/>
      <dgm:spPr/>
    </dgm:pt>
    <dgm:pt modelId="{2E97A0EB-9677-42C8-A4FA-34D4D3703D39}" type="pres">
      <dgm:prSet presAssocID="{3AAD7BBE-563C-4C1D-99E0-DBA70B1205C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me"/>
        </a:ext>
      </dgm:extLst>
    </dgm:pt>
    <dgm:pt modelId="{50F505D6-3054-494C-AAE4-2AA94E2CCE26}" type="pres">
      <dgm:prSet presAssocID="{3AAD7BBE-563C-4C1D-99E0-DBA70B1205C5}" presName="spaceRect" presStyleCnt="0"/>
      <dgm:spPr/>
    </dgm:pt>
    <dgm:pt modelId="{74258F86-2C1B-44C4-AA56-F5D6937A2A10}" type="pres">
      <dgm:prSet presAssocID="{3AAD7BBE-563C-4C1D-99E0-DBA70B1205C5}" presName="parTx" presStyleLbl="revTx" presStyleIdx="0" presStyleCnt="4">
        <dgm:presLayoutVars>
          <dgm:chMax val="0"/>
          <dgm:chPref val="0"/>
        </dgm:presLayoutVars>
      </dgm:prSet>
      <dgm:spPr/>
    </dgm:pt>
    <dgm:pt modelId="{44042F30-760F-46B7-9034-6C602E5878EC}" type="pres">
      <dgm:prSet presAssocID="{31C30C3E-183A-4DEF-AD2F-15894F6D06E7}" presName="sibTrans" presStyleCnt="0"/>
      <dgm:spPr/>
    </dgm:pt>
    <dgm:pt modelId="{66D4D094-3D31-4EAC-B381-ABA51AF9DB81}" type="pres">
      <dgm:prSet presAssocID="{B6F2ECD6-F661-42E7-9291-889C60833767}" presName="compNode" presStyleCnt="0"/>
      <dgm:spPr/>
    </dgm:pt>
    <dgm:pt modelId="{62E90C18-09BB-4E34-913C-05E3D4265704}" type="pres">
      <dgm:prSet presAssocID="{B6F2ECD6-F661-42E7-9291-889C60833767}" presName="bgRect" presStyleLbl="bgShp" presStyleIdx="1" presStyleCnt="4"/>
      <dgm:spPr/>
    </dgm:pt>
    <dgm:pt modelId="{19793FE2-2435-40BD-A3F2-26EC03C71504}" type="pres">
      <dgm:prSet presAssocID="{B6F2ECD6-F661-42E7-9291-889C6083376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p compass"/>
        </a:ext>
      </dgm:extLst>
    </dgm:pt>
    <dgm:pt modelId="{FC2A6E4D-1FF4-4566-A813-B2CC821BCB64}" type="pres">
      <dgm:prSet presAssocID="{B6F2ECD6-F661-42E7-9291-889C60833767}" presName="spaceRect" presStyleCnt="0"/>
      <dgm:spPr/>
    </dgm:pt>
    <dgm:pt modelId="{03CB7C50-9E5C-4BD6-9EBA-D7788196CD15}" type="pres">
      <dgm:prSet presAssocID="{B6F2ECD6-F661-42E7-9291-889C60833767}" presName="parTx" presStyleLbl="revTx" presStyleIdx="1" presStyleCnt="4">
        <dgm:presLayoutVars>
          <dgm:chMax val="0"/>
          <dgm:chPref val="0"/>
        </dgm:presLayoutVars>
      </dgm:prSet>
      <dgm:spPr/>
    </dgm:pt>
    <dgm:pt modelId="{8B4D0E30-D7E0-45BB-A0E9-2C76E0F18E47}" type="pres">
      <dgm:prSet presAssocID="{699D13FD-B3DF-4364-B877-7E6214B0A235}" presName="sibTrans" presStyleCnt="0"/>
      <dgm:spPr/>
    </dgm:pt>
    <dgm:pt modelId="{CEFD735A-3213-4279-8100-11A2D51281CE}" type="pres">
      <dgm:prSet presAssocID="{8F97A58B-943D-45A0-8E34-F45DF2644B2D}" presName="compNode" presStyleCnt="0"/>
      <dgm:spPr/>
    </dgm:pt>
    <dgm:pt modelId="{CB2A114E-6961-42C9-A43D-3FA59DE3E126}" type="pres">
      <dgm:prSet presAssocID="{8F97A58B-943D-45A0-8E34-F45DF2644B2D}" presName="bgRect" presStyleLbl="bgShp" presStyleIdx="2" presStyleCnt="4"/>
      <dgm:spPr/>
    </dgm:pt>
    <dgm:pt modelId="{0E366D3B-6B6D-4A5C-A881-91261DE71418}" type="pres">
      <dgm:prSet presAssocID="{8F97A58B-943D-45A0-8E34-F45DF2644B2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wnload"/>
        </a:ext>
      </dgm:extLst>
    </dgm:pt>
    <dgm:pt modelId="{3BBE5261-1BBD-4EB8-A4AF-81E77529C70C}" type="pres">
      <dgm:prSet presAssocID="{8F97A58B-943D-45A0-8E34-F45DF2644B2D}" presName="spaceRect" presStyleCnt="0"/>
      <dgm:spPr/>
    </dgm:pt>
    <dgm:pt modelId="{B4269390-65C3-42A1-86C8-AA4E2493C13F}" type="pres">
      <dgm:prSet presAssocID="{8F97A58B-943D-45A0-8E34-F45DF2644B2D}" presName="parTx" presStyleLbl="revTx" presStyleIdx="2" presStyleCnt="4">
        <dgm:presLayoutVars>
          <dgm:chMax val="0"/>
          <dgm:chPref val="0"/>
        </dgm:presLayoutVars>
      </dgm:prSet>
      <dgm:spPr/>
    </dgm:pt>
    <dgm:pt modelId="{F9D1AC10-2877-4CD6-B117-CC187430ACB5}" type="pres">
      <dgm:prSet presAssocID="{6F789FAA-894F-4F56-A967-6A26123C6C0B}" presName="sibTrans" presStyleCnt="0"/>
      <dgm:spPr/>
    </dgm:pt>
    <dgm:pt modelId="{E75C9A3D-69D6-4909-9E56-6E591C9A863D}" type="pres">
      <dgm:prSet presAssocID="{82B9DA75-9850-4765-9CC9-2157C96D273F}" presName="compNode" presStyleCnt="0"/>
      <dgm:spPr/>
    </dgm:pt>
    <dgm:pt modelId="{7CCFB848-3C62-4232-B62E-FC3AE4AF639F}" type="pres">
      <dgm:prSet presAssocID="{82B9DA75-9850-4765-9CC9-2157C96D273F}" presName="bgRect" presStyleLbl="bgShp" presStyleIdx="3" presStyleCnt="4"/>
      <dgm:spPr/>
    </dgm:pt>
    <dgm:pt modelId="{550BAD36-9F78-4E65-83EC-C12051F4A962}" type="pres">
      <dgm:prSet presAssocID="{82B9DA75-9850-4765-9CC9-2157C96D273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amera"/>
        </a:ext>
      </dgm:extLst>
    </dgm:pt>
    <dgm:pt modelId="{CBAB4FA1-0F92-46C3-ACA2-5E55BCD0EE80}" type="pres">
      <dgm:prSet presAssocID="{82B9DA75-9850-4765-9CC9-2157C96D273F}" presName="spaceRect" presStyleCnt="0"/>
      <dgm:spPr/>
    </dgm:pt>
    <dgm:pt modelId="{3C3FCE11-D1C4-4559-B0AE-710D391FFAE0}" type="pres">
      <dgm:prSet presAssocID="{82B9DA75-9850-4765-9CC9-2157C96D273F}" presName="parTx" presStyleLbl="revTx" presStyleIdx="3" presStyleCnt="4">
        <dgm:presLayoutVars>
          <dgm:chMax val="0"/>
          <dgm:chPref val="0"/>
        </dgm:presLayoutVars>
      </dgm:prSet>
      <dgm:spPr/>
    </dgm:pt>
  </dgm:ptLst>
  <dgm:cxnLst>
    <dgm:cxn modelId="{7BE4B900-BD91-4A84-88FD-0E51FA6221DE}" type="presOf" srcId="{B6F2ECD6-F661-42E7-9291-889C60833767}" destId="{03CB7C50-9E5C-4BD6-9EBA-D7788196CD15}" srcOrd="0" destOrd="0" presId="urn:microsoft.com/office/officeart/2018/2/layout/IconVerticalSolidList"/>
    <dgm:cxn modelId="{564A2F2E-E492-44D1-85D8-5788C6FAAFE3}" type="presOf" srcId="{8F97A58B-943D-45A0-8E34-F45DF2644B2D}" destId="{B4269390-65C3-42A1-86C8-AA4E2493C13F}" srcOrd="0" destOrd="0" presId="urn:microsoft.com/office/officeart/2018/2/layout/IconVerticalSolidList"/>
    <dgm:cxn modelId="{3E142260-BEE8-4528-8827-77E2656AB4E9}" srcId="{9B5E488C-0E43-45C7-B99B-81952E0851E5}" destId="{3AAD7BBE-563C-4C1D-99E0-DBA70B1205C5}" srcOrd="0" destOrd="0" parTransId="{915B2BB9-27B3-4639-B013-2DC2048C9320}" sibTransId="{31C30C3E-183A-4DEF-AD2F-15894F6D06E7}"/>
    <dgm:cxn modelId="{168F6541-B5EF-4B67-A9EC-1C28F0C40FCC}" type="presOf" srcId="{3AAD7BBE-563C-4C1D-99E0-DBA70B1205C5}" destId="{74258F86-2C1B-44C4-AA56-F5D6937A2A10}" srcOrd="0" destOrd="0" presId="urn:microsoft.com/office/officeart/2018/2/layout/IconVerticalSolidList"/>
    <dgm:cxn modelId="{185AA261-F450-45BB-BA53-70E6207E41C1}" srcId="{9B5E488C-0E43-45C7-B99B-81952E0851E5}" destId="{82B9DA75-9850-4765-9CC9-2157C96D273F}" srcOrd="3" destOrd="0" parTransId="{6DD7FD21-D0D6-40B9-947C-C2ECF0E40E32}" sibTransId="{E8C3D315-724B-441F-B202-201FC4CBB664}"/>
    <dgm:cxn modelId="{E2C2414E-3814-44DC-BB05-67D63044D69A}" srcId="{9B5E488C-0E43-45C7-B99B-81952E0851E5}" destId="{8F97A58B-943D-45A0-8E34-F45DF2644B2D}" srcOrd="2" destOrd="0" parTransId="{5DBF215B-155E-4B36-80E7-9ECD30A981C8}" sibTransId="{6F789FAA-894F-4F56-A967-6A26123C6C0B}"/>
    <dgm:cxn modelId="{199FAEA5-489B-467A-B428-BC2AEBAA6E65}" srcId="{9B5E488C-0E43-45C7-B99B-81952E0851E5}" destId="{B6F2ECD6-F661-42E7-9291-889C60833767}" srcOrd="1" destOrd="0" parTransId="{59BA455B-61F3-4CD6-828A-ED7F92D643D6}" sibTransId="{699D13FD-B3DF-4364-B877-7E6214B0A235}"/>
    <dgm:cxn modelId="{E0FED0D6-E766-4BFD-B33A-1695943675B0}" type="presOf" srcId="{82B9DA75-9850-4765-9CC9-2157C96D273F}" destId="{3C3FCE11-D1C4-4559-B0AE-710D391FFAE0}" srcOrd="0" destOrd="0" presId="urn:microsoft.com/office/officeart/2018/2/layout/IconVerticalSolidList"/>
    <dgm:cxn modelId="{123567DB-1C4A-4BB3-B64C-A7B409EC5ADB}" type="presOf" srcId="{9B5E488C-0E43-45C7-B99B-81952E0851E5}" destId="{498FF997-B7F4-4F58-837C-9C05E85C0CDA}" srcOrd="0" destOrd="0" presId="urn:microsoft.com/office/officeart/2018/2/layout/IconVerticalSolidList"/>
    <dgm:cxn modelId="{ADA6AAAF-884B-4178-9261-02247B4F3297}" type="presParOf" srcId="{498FF997-B7F4-4F58-837C-9C05E85C0CDA}" destId="{C6846009-6325-4B1B-A174-E4FF18500DDD}" srcOrd="0" destOrd="0" presId="urn:microsoft.com/office/officeart/2018/2/layout/IconVerticalSolidList"/>
    <dgm:cxn modelId="{595FBDC8-BE58-4BF1-9850-D9F31592BDC5}" type="presParOf" srcId="{C6846009-6325-4B1B-A174-E4FF18500DDD}" destId="{C64652BA-C931-4189-810E-E4B6BFA8D79C}" srcOrd="0" destOrd="0" presId="urn:microsoft.com/office/officeart/2018/2/layout/IconVerticalSolidList"/>
    <dgm:cxn modelId="{8A6E9578-F46E-4CD9-B074-ABEF7F82E54C}" type="presParOf" srcId="{C6846009-6325-4B1B-A174-E4FF18500DDD}" destId="{2E97A0EB-9677-42C8-A4FA-34D4D3703D39}" srcOrd="1" destOrd="0" presId="urn:microsoft.com/office/officeart/2018/2/layout/IconVerticalSolidList"/>
    <dgm:cxn modelId="{D830C2A1-6D7B-4AB6-9290-26DC4209FA69}" type="presParOf" srcId="{C6846009-6325-4B1B-A174-E4FF18500DDD}" destId="{50F505D6-3054-494C-AAE4-2AA94E2CCE26}" srcOrd="2" destOrd="0" presId="urn:microsoft.com/office/officeart/2018/2/layout/IconVerticalSolidList"/>
    <dgm:cxn modelId="{61793222-C92E-494E-94D4-DD24EB391833}" type="presParOf" srcId="{C6846009-6325-4B1B-A174-E4FF18500DDD}" destId="{74258F86-2C1B-44C4-AA56-F5D6937A2A10}" srcOrd="3" destOrd="0" presId="urn:microsoft.com/office/officeart/2018/2/layout/IconVerticalSolidList"/>
    <dgm:cxn modelId="{C9CEA161-07DD-425F-85B5-CEEB4B31AFAC}" type="presParOf" srcId="{498FF997-B7F4-4F58-837C-9C05E85C0CDA}" destId="{44042F30-760F-46B7-9034-6C602E5878EC}" srcOrd="1" destOrd="0" presId="urn:microsoft.com/office/officeart/2018/2/layout/IconVerticalSolidList"/>
    <dgm:cxn modelId="{206932D9-CE0D-4D8A-B9BF-7BACDEB23D0E}" type="presParOf" srcId="{498FF997-B7F4-4F58-837C-9C05E85C0CDA}" destId="{66D4D094-3D31-4EAC-B381-ABA51AF9DB81}" srcOrd="2" destOrd="0" presId="urn:microsoft.com/office/officeart/2018/2/layout/IconVerticalSolidList"/>
    <dgm:cxn modelId="{37172E9C-7428-441D-B767-7046D94C3F45}" type="presParOf" srcId="{66D4D094-3D31-4EAC-B381-ABA51AF9DB81}" destId="{62E90C18-09BB-4E34-913C-05E3D4265704}" srcOrd="0" destOrd="0" presId="urn:microsoft.com/office/officeart/2018/2/layout/IconVerticalSolidList"/>
    <dgm:cxn modelId="{F7A39146-43D9-436D-9241-65030CAD226B}" type="presParOf" srcId="{66D4D094-3D31-4EAC-B381-ABA51AF9DB81}" destId="{19793FE2-2435-40BD-A3F2-26EC03C71504}" srcOrd="1" destOrd="0" presId="urn:microsoft.com/office/officeart/2018/2/layout/IconVerticalSolidList"/>
    <dgm:cxn modelId="{ECAA11B2-A967-49B4-81E7-3A07D2F78C2C}" type="presParOf" srcId="{66D4D094-3D31-4EAC-B381-ABA51AF9DB81}" destId="{FC2A6E4D-1FF4-4566-A813-B2CC821BCB64}" srcOrd="2" destOrd="0" presId="urn:microsoft.com/office/officeart/2018/2/layout/IconVerticalSolidList"/>
    <dgm:cxn modelId="{BBCB859C-0EE6-4A5C-8DA0-DD576AB58096}" type="presParOf" srcId="{66D4D094-3D31-4EAC-B381-ABA51AF9DB81}" destId="{03CB7C50-9E5C-4BD6-9EBA-D7788196CD15}" srcOrd="3" destOrd="0" presId="urn:microsoft.com/office/officeart/2018/2/layout/IconVerticalSolidList"/>
    <dgm:cxn modelId="{6D9BB1E5-E640-4D1B-B1F6-13940A4FEFFB}" type="presParOf" srcId="{498FF997-B7F4-4F58-837C-9C05E85C0CDA}" destId="{8B4D0E30-D7E0-45BB-A0E9-2C76E0F18E47}" srcOrd="3" destOrd="0" presId="urn:microsoft.com/office/officeart/2018/2/layout/IconVerticalSolidList"/>
    <dgm:cxn modelId="{30152D6D-3428-4E47-9F52-58DAFF4FC108}" type="presParOf" srcId="{498FF997-B7F4-4F58-837C-9C05E85C0CDA}" destId="{CEFD735A-3213-4279-8100-11A2D51281CE}" srcOrd="4" destOrd="0" presId="urn:microsoft.com/office/officeart/2018/2/layout/IconVerticalSolidList"/>
    <dgm:cxn modelId="{6AF95BC4-3A54-4CB4-8E7D-E792B30E3B27}" type="presParOf" srcId="{CEFD735A-3213-4279-8100-11A2D51281CE}" destId="{CB2A114E-6961-42C9-A43D-3FA59DE3E126}" srcOrd="0" destOrd="0" presId="urn:microsoft.com/office/officeart/2018/2/layout/IconVerticalSolidList"/>
    <dgm:cxn modelId="{1D40B549-F6B4-441C-9CC5-0D55637A22EF}" type="presParOf" srcId="{CEFD735A-3213-4279-8100-11A2D51281CE}" destId="{0E366D3B-6B6D-4A5C-A881-91261DE71418}" srcOrd="1" destOrd="0" presId="urn:microsoft.com/office/officeart/2018/2/layout/IconVerticalSolidList"/>
    <dgm:cxn modelId="{11B38005-FD11-493B-8C9A-37D775312D43}" type="presParOf" srcId="{CEFD735A-3213-4279-8100-11A2D51281CE}" destId="{3BBE5261-1BBD-4EB8-A4AF-81E77529C70C}" srcOrd="2" destOrd="0" presId="urn:microsoft.com/office/officeart/2018/2/layout/IconVerticalSolidList"/>
    <dgm:cxn modelId="{18DD1CA9-B1BD-4291-A6DD-B332E7807C22}" type="presParOf" srcId="{CEFD735A-3213-4279-8100-11A2D51281CE}" destId="{B4269390-65C3-42A1-86C8-AA4E2493C13F}" srcOrd="3" destOrd="0" presId="urn:microsoft.com/office/officeart/2018/2/layout/IconVerticalSolidList"/>
    <dgm:cxn modelId="{3AA11114-330E-41EB-ABB8-4B00CF15CB08}" type="presParOf" srcId="{498FF997-B7F4-4F58-837C-9C05E85C0CDA}" destId="{F9D1AC10-2877-4CD6-B117-CC187430ACB5}" srcOrd="5" destOrd="0" presId="urn:microsoft.com/office/officeart/2018/2/layout/IconVerticalSolidList"/>
    <dgm:cxn modelId="{4DD8138C-4F66-4C94-851C-3E75F8531148}" type="presParOf" srcId="{498FF997-B7F4-4F58-837C-9C05E85C0CDA}" destId="{E75C9A3D-69D6-4909-9E56-6E591C9A863D}" srcOrd="6" destOrd="0" presId="urn:microsoft.com/office/officeart/2018/2/layout/IconVerticalSolidList"/>
    <dgm:cxn modelId="{8204556C-BE8D-4488-8B2E-7E02DCD28C06}" type="presParOf" srcId="{E75C9A3D-69D6-4909-9E56-6E591C9A863D}" destId="{7CCFB848-3C62-4232-B62E-FC3AE4AF639F}" srcOrd="0" destOrd="0" presId="urn:microsoft.com/office/officeart/2018/2/layout/IconVerticalSolidList"/>
    <dgm:cxn modelId="{C06876AD-7274-4E93-8BF7-BDB265186A26}" type="presParOf" srcId="{E75C9A3D-69D6-4909-9E56-6E591C9A863D}" destId="{550BAD36-9F78-4E65-83EC-C12051F4A962}" srcOrd="1" destOrd="0" presId="urn:microsoft.com/office/officeart/2018/2/layout/IconVerticalSolidList"/>
    <dgm:cxn modelId="{F792A218-EBD9-4360-B371-6AC9414CDFED}" type="presParOf" srcId="{E75C9A3D-69D6-4909-9E56-6E591C9A863D}" destId="{CBAB4FA1-0F92-46C3-ACA2-5E55BCD0EE80}" srcOrd="2" destOrd="0" presId="urn:microsoft.com/office/officeart/2018/2/layout/IconVerticalSolidList"/>
    <dgm:cxn modelId="{2ACDA971-F6C1-4D1E-B842-C9FB906D2FF4}" type="presParOf" srcId="{E75C9A3D-69D6-4909-9E56-6E591C9A863D}" destId="{3C3FCE11-D1C4-4559-B0AE-710D391FFAE0}"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2DB7992-84B9-490A-93AA-859AA3933515}" type="doc">
      <dgm:prSet loTypeId="urn:microsoft.com/office/officeart/2018/2/layout/Icon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3FBE35AA-C048-4B6C-83C0-74526D0042E9}">
      <dgm:prSet/>
      <dgm:spPr/>
      <dgm:t>
        <a:bodyPr/>
        <a:lstStyle/>
        <a:p>
          <a:pPr>
            <a:lnSpc>
              <a:spcPct val="100000"/>
            </a:lnSpc>
          </a:pPr>
          <a:r>
            <a:rPr lang="en-US"/>
            <a:t>Physical Locks</a:t>
          </a:r>
        </a:p>
      </dgm:t>
    </dgm:pt>
    <dgm:pt modelId="{070BF5B2-2E11-45D3-9916-08A5C5039BC5}" type="parTrans" cxnId="{0A415739-2060-4622-B78A-90565224BB81}">
      <dgm:prSet/>
      <dgm:spPr/>
      <dgm:t>
        <a:bodyPr/>
        <a:lstStyle/>
        <a:p>
          <a:endParaRPr lang="en-US"/>
        </a:p>
      </dgm:t>
    </dgm:pt>
    <dgm:pt modelId="{CACDBAC7-3A71-465E-81AC-CF75C0769D33}" type="sibTrans" cxnId="{0A415739-2060-4622-B78A-90565224BB81}">
      <dgm:prSet/>
      <dgm:spPr/>
      <dgm:t>
        <a:bodyPr/>
        <a:lstStyle/>
        <a:p>
          <a:endParaRPr lang="en-US"/>
        </a:p>
      </dgm:t>
    </dgm:pt>
    <dgm:pt modelId="{DDBC91E7-0F08-4C93-AEE7-0951513559A8}">
      <dgm:prSet/>
      <dgm:spPr/>
      <dgm:t>
        <a:bodyPr/>
        <a:lstStyle/>
        <a:p>
          <a:pPr>
            <a:lnSpc>
              <a:spcPct val="100000"/>
            </a:lnSpc>
          </a:pPr>
          <a:r>
            <a:rPr lang="en-US"/>
            <a:t>Virtual Locks</a:t>
          </a:r>
        </a:p>
      </dgm:t>
    </dgm:pt>
    <dgm:pt modelId="{782FAFFF-95BB-46AE-94FB-E78B2CB42F15}" type="parTrans" cxnId="{F5BC9A4D-F4E4-412D-AB82-64AAD9BADBD9}">
      <dgm:prSet/>
      <dgm:spPr/>
      <dgm:t>
        <a:bodyPr/>
        <a:lstStyle/>
        <a:p>
          <a:endParaRPr lang="en-US"/>
        </a:p>
      </dgm:t>
    </dgm:pt>
    <dgm:pt modelId="{D0C975A7-5481-4D85-8494-97EB66AC94A6}" type="sibTrans" cxnId="{F5BC9A4D-F4E4-412D-AB82-64AAD9BADBD9}">
      <dgm:prSet/>
      <dgm:spPr/>
      <dgm:t>
        <a:bodyPr/>
        <a:lstStyle/>
        <a:p>
          <a:endParaRPr lang="en-US"/>
        </a:p>
      </dgm:t>
    </dgm:pt>
    <dgm:pt modelId="{F07CA5BC-3631-41FF-9C7A-C80C46CD8205}">
      <dgm:prSet/>
      <dgm:spPr/>
      <dgm:t>
        <a:bodyPr/>
        <a:lstStyle/>
        <a:p>
          <a:pPr>
            <a:lnSpc>
              <a:spcPct val="100000"/>
            </a:lnSpc>
          </a:pPr>
          <a:r>
            <a:rPr lang="en-US" dirty="0"/>
            <a:t>Avast Antivirus</a:t>
          </a:r>
        </a:p>
      </dgm:t>
    </dgm:pt>
    <dgm:pt modelId="{F903F443-B62C-4780-9AB4-537684ADCF49}" type="parTrans" cxnId="{87C99D59-5321-436F-B266-2F57877C8D0B}">
      <dgm:prSet/>
      <dgm:spPr/>
      <dgm:t>
        <a:bodyPr/>
        <a:lstStyle/>
        <a:p>
          <a:endParaRPr lang="en-US"/>
        </a:p>
      </dgm:t>
    </dgm:pt>
    <dgm:pt modelId="{49F94160-ABB4-40D9-A36D-4CBE63958382}" type="sibTrans" cxnId="{87C99D59-5321-436F-B266-2F57877C8D0B}">
      <dgm:prSet/>
      <dgm:spPr/>
      <dgm:t>
        <a:bodyPr/>
        <a:lstStyle/>
        <a:p>
          <a:endParaRPr lang="en-US"/>
        </a:p>
      </dgm:t>
    </dgm:pt>
    <dgm:pt modelId="{C1E13D01-3A98-4518-9590-C18CCC9F0D51}">
      <dgm:prSet/>
      <dgm:spPr/>
      <dgm:t>
        <a:bodyPr/>
        <a:lstStyle/>
        <a:p>
          <a:pPr>
            <a:lnSpc>
              <a:spcPct val="100000"/>
            </a:lnSpc>
          </a:pPr>
          <a:r>
            <a:rPr lang="en-US" dirty="0"/>
            <a:t>Power On Notification</a:t>
          </a:r>
        </a:p>
      </dgm:t>
    </dgm:pt>
    <dgm:pt modelId="{A07327E8-6B9C-4FFB-BDDD-D30D468779B1}" type="parTrans" cxnId="{C89BF2B9-08EB-4341-8AD3-4014E4C69F33}">
      <dgm:prSet/>
      <dgm:spPr/>
      <dgm:t>
        <a:bodyPr/>
        <a:lstStyle/>
        <a:p>
          <a:endParaRPr lang="en-US"/>
        </a:p>
      </dgm:t>
    </dgm:pt>
    <dgm:pt modelId="{F37DFD95-3766-4349-9206-EAC9B4C57417}" type="sibTrans" cxnId="{C89BF2B9-08EB-4341-8AD3-4014E4C69F33}">
      <dgm:prSet/>
      <dgm:spPr/>
      <dgm:t>
        <a:bodyPr/>
        <a:lstStyle/>
        <a:p>
          <a:endParaRPr lang="en-US"/>
        </a:p>
      </dgm:t>
    </dgm:pt>
    <dgm:pt modelId="{4C331FC0-782B-40C6-8976-F551E7BDE3FD}">
      <dgm:prSet/>
      <dgm:spPr/>
      <dgm:t>
        <a:bodyPr/>
        <a:lstStyle/>
        <a:p>
          <a:pPr>
            <a:lnSpc>
              <a:spcPct val="100000"/>
            </a:lnSpc>
          </a:pPr>
          <a:r>
            <a:rPr lang="en-US"/>
            <a:t>Device Use Contract </a:t>
          </a:r>
        </a:p>
      </dgm:t>
    </dgm:pt>
    <dgm:pt modelId="{8BFA93CB-4767-44DA-98BE-6B77C5EFEB50}" type="parTrans" cxnId="{D006C2D6-2FA9-499D-BF3F-0402ABDF8E18}">
      <dgm:prSet/>
      <dgm:spPr/>
      <dgm:t>
        <a:bodyPr/>
        <a:lstStyle/>
        <a:p>
          <a:endParaRPr lang="en-US"/>
        </a:p>
      </dgm:t>
    </dgm:pt>
    <dgm:pt modelId="{8890CF8C-AF17-41ED-86A3-3213DB4187CB}" type="sibTrans" cxnId="{D006C2D6-2FA9-499D-BF3F-0402ABDF8E18}">
      <dgm:prSet/>
      <dgm:spPr/>
      <dgm:t>
        <a:bodyPr/>
        <a:lstStyle/>
        <a:p>
          <a:endParaRPr lang="en-US"/>
        </a:p>
      </dgm:t>
    </dgm:pt>
    <dgm:pt modelId="{52D3546C-CDF0-4798-80EB-1CC858894C47}" type="pres">
      <dgm:prSet presAssocID="{E2DB7992-84B9-490A-93AA-859AA3933515}" presName="root" presStyleCnt="0">
        <dgm:presLayoutVars>
          <dgm:dir/>
          <dgm:resizeHandles val="exact"/>
        </dgm:presLayoutVars>
      </dgm:prSet>
      <dgm:spPr/>
    </dgm:pt>
    <dgm:pt modelId="{9825DEBA-3A4C-4838-B268-FCC376FFE9DB}" type="pres">
      <dgm:prSet presAssocID="{3FBE35AA-C048-4B6C-83C0-74526D0042E9}" presName="compNode" presStyleCnt="0"/>
      <dgm:spPr/>
    </dgm:pt>
    <dgm:pt modelId="{6BC3E939-D5F5-45E3-AA09-EC5A17475E44}" type="pres">
      <dgm:prSet presAssocID="{3FBE35AA-C048-4B6C-83C0-74526D0042E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DA8998F6-BAC6-4591-BFCD-8B1D628ACA62}" type="pres">
      <dgm:prSet presAssocID="{3FBE35AA-C048-4B6C-83C0-74526D0042E9}" presName="spaceRect" presStyleCnt="0"/>
      <dgm:spPr/>
    </dgm:pt>
    <dgm:pt modelId="{495D5AD2-86E5-40DD-8E20-B12ED117ACE4}" type="pres">
      <dgm:prSet presAssocID="{3FBE35AA-C048-4B6C-83C0-74526D0042E9}" presName="textRect" presStyleLbl="revTx" presStyleIdx="0" presStyleCnt="5">
        <dgm:presLayoutVars>
          <dgm:chMax val="1"/>
          <dgm:chPref val="1"/>
        </dgm:presLayoutVars>
      </dgm:prSet>
      <dgm:spPr/>
    </dgm:pt>
    <dgm:pt modelId="{A1CEC239-3A60-4F51-9DD2-A0F0ADD33B36}" type="pres">
      <dgm:prSet presAssocID="{CACDBAC7-3A71-465E-81AC-CF75C0769D33}" presName="sibTrans" presStyleCnt="0"/>
      <dgm:spPr/>
    </dgm:pt>
    <dgm:pt modelId="{F74F7271-72D2-466B-A825-D7B52887A63A}" type="pres">
      <dgm:prSet presAssocID="{DDBC91E7-0F08-4C93-AEE7-0951513559A8}" presName="compNode" presStyleCnt="0"/>
      <dgm:spPr/>
    </dgm:pt>
    <dgm:pt modelId="{DC770BF2-E61B-43FA-9AF4-9252F6B7341E}" type="pres">
      <dgm:prSet presAssocID="{DDBC91E7-0F08-4C93-AEE7-0951513559A8}"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ey"/>
        </a:ext>
      </dgm:extLst>
    </dgm:pt>
    <dgm:pt modelId="{C2015708-91F9-4002-A4E6-3A66463ED9B9}" type="pres">
      <dgm:prSet presAssocID="{DDBC91E7-0F08-4C93-AEE7-0951513559A8}" presName="spaceRect" presStyleCnt="0"/>
      <dgm:spPr/>
    </dgm:pt>
    <dgm:pt modelId="{6CF76C05-ACC7-4686-92F7-5981BF69689B}" type="pres">
      <dgm:prSet presAssocID="{DDBC91E7-0F08-4C93-AEE7-0951513559A8}" presName="textRect" presStyleLbl="revTx" presStyleIdx="1" presStyleCnt="5">
        <dgm:presLayoutVars>
          <dgm:chMax val="1"/>
          <dgm:chPref val="1"/>
        </dgm:presLayoutVars>
      </dgm:prSet>
      <dgm:spPr/>
    </dgm:pt>
    <dgm:pt modelId="{77446FC3-D56D-4B71-B3FD-87A80209146F}" type="pres">
      <dgm:prSet presAssocID="{D0C975A7-5481-4D85-8494-97EB66AC94A6}" presName="sibTrans" presStyleCnt="0"/>
      <dgm:spPr/>
    </dgm:pt>
    <dgm:pt modelId="{1ECBABEA-3CB1-4C1F-95E3-B32E47432B20}" type="pres">
      <dgm:prSet presAssocID="{C1E13D01-3A98-4518-9590-C18CCC9F0D51}" presName="compNode" presStyleCnt="0"/>
      <dgm:spPr/>
    </dgm:pt>
    <dgm:pt modelId="{3E7803AC-00D0-45FE-80A3-212F1C734E46}" type="pres">
      <dgm:prSet presAssocID="{C1E13D01-3A98-4518-9590-C18CCC9F0D5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ight Pointing Backhand Index"/>
        </a:ext>
      </dgm:extLst>
    </dgm:pt>
    <dgm:pt modelId="{4DFC5D97-807C-495C-B50D-052F5FC4FECE}" type="pres">
      <dgm:prSet presAssocID="{C1E13D01-3A98-4518-9590-C18CCC9F0D51}" presName="spaceRect" presStyleCnt="0"/>
      <dgm:spPr/>
    </dgm:pt>
    <dgm:pt modelId="{14DA57AF-F232-4D9A-A170-42627CFC0DE7}" type="pres">
      <dgm:prSet presAssocID="{C1E13D01-3A98-4518-9590-C18CCC9F0D51}" presName="textRect" presStyleLbl="revTx" presStyleIdx="2" presStyleCnt="5">
        <dgm:presLayoutVars>
          <dgm:chMax val="1"/>
          <dgm:chPref val="1"/>
        </dgm:presLayoutVars>
      </dgm:prSet>
      <dgm:spPr/>
    </dgm:pt>
    <dgm:pt modelId="{8C32A2F3-F3BC-4F7C-8C80-6E4FCAF4B6EF}" type="pres">
      <dgm:prSet presAssocID="{F37DFD95-3766-4349-9206-EAC9B4C57417}" presName="sibTrans" presStyleCnt="0"/>
      <dgm:spPr/>
    </dgm:pt>
    <dgm:pt modelId="{BA446A3E-950C-41B3-9B24-AB44506BEE41}" type="pres">
      <dgm:prSet presAssocID="{F07CA5BC-3631-41FF-9C7A-C80C46CD8205}" presName="compNode" presStyleCnt="0"/>
      <dgm:spPr/>
    </dgm:pt>
    <dgm:pt modelId="{B0DB8E92-4CDE-4084-A934-88D2E8B33CE0}" type="pres">
      <dgm:prSet presAssocID="{F07CA5BC-3631-41FF-9C7A-C80C46CD820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mputer"/>
        </a:ext>
      </dgm:extLst>
    </dgm:pt>
    <dgm:pt modelId="{6173FDAF-E800-46B3-8345-5FE181CAB23C}" type="pres">
      <dgm:prSet presAssocID="{F07CA5BC-3631-41FF-9C7A-C80C46CD8205}" presName="spaceRect" presStyleCnt="0"/>
      <dgm:spPr/>
    </dgm:pt>
    <dgm:pt modelId="{7D7D7291-B231-4740-B219-BC5355315E49}" type="pres">
      <dgm:prSet presAssocID="{F07CA5BC-3631-41FF-9C7A-C80C46CD8205}" presName="textRect" presStyleLbl="revTx" presStyleIdx="3" presStyleCnt="5">
        <dgm:presLayoutVars>
          <dgm:chMax val="1"/>
          <dgm:chPref val="1"/>
        </dgm:presLayoutVars>
      </dgm:prSet>
      <dgm:spPr/>
    </dgm:pt>
    <dgm:pt modelId="{072CD612-F309-48DD-B6A6-72E0D547F461}" type="pres">
      <dgm:prSet presAssocID="{49F94160-ABB4-40D9-A36D-4CBE63958382}" presName="sibTrans" presStyleCnt="0"/>
      <dgm:spPr/>
    </dgm:pt>
    <dgm:pt modelId="{7B23BA70-C5BF-4767-A092-0FEFBCEA85CE}" type="pres">
      <dgm:prSet presAssocID="{4C331FC0-782B-40C6-8976-F551E7BDE3FD}" presName="compNode" presStyleCnt="0"/>
      <dgm:spPr/>
    </dgm:pt>
    <dgm:pt modelId="{CF53E163-AE54-4EAC-8ED5-A05078FEE47E}" type="pres">
      <dgm:prSet presAssocID="{4C331FC0-782B-40C6-8976-F551E7BDE3FD}"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mart Phone"/>
        </a:ext>
      </dgm:extLst>
    </dgm:pt>
    <dgm:pt modelId="{C053223F-9E55-48FF-8B4B-1FDE30E9C283}" type="pres">
      <dgm:prSet presAssocID="{4C331FC0-782B-40C6-8976-F551E7BDE3FD}" presName="spaceRect" presStyleCnt="0"/>
      <dgm:spPr/>
    </dgm:pt>
    <dgm:pt modelId="{577CBB49-F75C-4A4B-A486-41DFDDF65BE3}" type="pres">
      <dgm:prSet presAssocID="{4C331FC0-782B-40C6-8976-F551E7BDE3FD}" presName="textRect" presStyleLbl="revTx" presStyleIdx="4" presStyleCnt="5">
        <dgm:presLayoutVars>
          <dgm:chMax val="1"/>
          <dgm:chPref val="1"/>
        </dgm:presLayoutVars>
      </dgm:prSet>
      <dgm:spPr/>
    </dgm:pt>
  </dgm:ptLst>
  <dgm:cxnLst>
    <dgm:cxn modelId="{F8571406-F584-472B-ABE0-9DC89D91FF5F}" type="presOf" srcId="{3FBE35AA-C048-4B6C-83C0-74526D0042E9}" destId="{495D5AD2-86E5-40DD-8E20-B12ED117ACE4}" srcOrd="0" destOrd="0" presId="urn:microsoft.com/office/officeart/2018/2/layout/IconLabelList"/>
    <dgm:cxn modelId="{0A415739-2060-4622-B78A-90565224BB81}" srcId="{E2DB7992-84B9-490A-93AA-859AA3933515}" destId="{3FBE35AA-C048-4B6C-83C0-74526D0042E9}" srcOrd="0" destOrd="0" parTransId="{070BF5B2-2E11-45D3-9916-08A5C5039BC5}" sibTransId="{CACDBAC7-3A71-465E-81AC-CF75C0769D33}"/>
    <dgm:cxn modelId="{F5BC9A4D-F4E4-412D-AB82-64AAD9BADBD9}" srcId="{E2DB7992-84B9-490A-93AA-859AA3933515}" destId="{DDBC91E7-0F08-4C93-AEE7-0951513559A8}" srcOrd="1" destOrd="0" parTransId="{782FAFFF-95BB-46AE-94FB-E78B2CB42F15}" sibTransId="{D0C975A7-5481-4D85-8494-97EB66AC94A6}"/>
    <dgm:cxn modelId="{87C99D59-5321-436F-B266-2F57877C8D0B}" srcId="{E2DB7992-84B9-490A-93AA-859AA3933515}" destId="{F07CA5BC-3631-41FF-9C7A-C80C46CD8205}" srcOrd="3" destOrd="0" parTransId="{F903F443-B62C-4780-9AB4-537684ADCF49}" sibTransId="{49F94160-ABB4-40D9-A36D-4CBE63958382}"/>
    <dgm:cxn modelId="{62E31A80-4794-4FDA-AAEA-A140A3297FB4}" type="presOf" srcId="{C1E13D01-3A98-4518-9590-C18CCC9F0D51}" destId="{14DA57AF-F232-4D9A-A170-42627CFC0DE7}" srcOrd="0" destOrd="0" presId="urn:microsoft.com/office/officeart/2018/2/layout/IconLabelList"/>
    <dgm:cxn modelId="{58719395-D6E5-49BA-9ECA-29BE7E9A871C}" type="presOf" srcId="{E2DB7992-84B9-490A-93AA-859AA3933515}" destId="{52D3546C-CDF0-4798-80EB-1CC858894C47}" srcOrd="0" destOrd="0" presId="urn:microsoft.com/office/officeart/2018/2/layout/IconLabelList"/>
    <dgm:cxn modelId="{FB6E24AF-CD0D-4B36-9BBE-681B22506C8D}" type="presOf" srcId="{4C331FC0-782B-40C6-8976-F551E7BDE3FD}" destId="{577CBB49-F75C-4A4B-A486-41DFDDF65BE3}" srcOrd="0" destOrd="0" presId="urn:microsoft.com/office/officeart/2018/2/layout/IconLabelList"/>
    <dgm:cxn modelId="{C89BF2B9-08EB-4341-8AD3-4014E4C69F33}" srcId="{E2DB7992-84B9-490A-93AA-859AA3933515}" destId="{C1E13D01-3A98-4518-9590-C18CCC9F0D51}" srcOrd="2" destOrd="0" parTransId="{A07327E8-6B9C-4FFB-BDDD-D30D468779B1}" sibTransId="{F37DFD95-3766-4349-9206-EAC9B4C57417}"/>
    <dgm:cxn modelId="{D006C2D6-2FA9-499D-BF3F-0402ABDF8E18}" srcId="{E2DB7992-84B9-490A-93AA-859AA3933515}" destId="{4C331FC0-782B-40C6-8976-F551E7BDE3FD}" srcOrd="4" destOrd="0" parTransId="{8BFA93CB-4767-44DA-98BE-6B77C5EFEB50}" sibTransId="{8890CF8C-AF17-41ED-86A3-3213DB4187CB}"/>
    <dgm:cxn modelId="{33A5F5DF-1F11-494C-968C-BB650EBFA25A}" type="presOf" srcId="{F07CA5BC-3631-41FF-9C7A-C80C46CD8205}" destId="{7D7D7291-B231-4740-B219-BC5355315E49}" srcOrd="0" destOrd="0" presId="urn:microsoft.com/office/officeart/2018/2/layout/IconLabelList"/>
    <dgm:cxn modelId="{8D2099F7-72BB-4F38-9F31-FD9A41358DDF}" type="presOf" srcId="{DDBC91E7-0F08-4C93-AEE7-0951513559A8}" destId="{6CF76C05-ACC7-4686-92F7-5981BF69689B}" srcOrd="0" destOrd="0" presId="urn:microsoft.com/office/officeart/2018/2/layout/IconLabelList"/>
    <dgm:cxn modelId="{F9DFF9FF-E318-49FE-80A4-75252C17987B}" type="presParOf" srcId="{52D3546C-CDF0-4798-80EB-1CC858894C47}" destId="{9825DEBA-3A4C-4838-B268-FCC376FFE9DB}" srcOrd="0" destOrd="0" presId="urn:microsoft.com/office/officeart/2018/2/layout/IconLabelList"/>
    <dgm:cxn modelId="{0B033EB2-6840-4045-A08E-E69C0B519BFC}" type="presParOf" srcId="{9825DEBA-3A4C-4838-B268-FCC376FFE9DB}" destId="{6BC3E939-D5F5-45E3-AA09-EC5A17475E44}" srcOrd="0" destOrd="0" presId="urn:microsoft.com/office/officeart/2018/2/layout/IconLabelList"/>
    <dgm:cxn modelId="{BE0224C0-E353-46C2-9258-219D795CEA18}" type="presParOf" srcId="{9825DEBA-3A4C-4838-B268-FCC376FFE9DB}" destId="{DA8998F6-BAC6-4591-BFCD-8B1D628ACA62}" srcOrd="1" destOrd="0" presId="urn:microsoft.com/office/officeart/2018/2/layout/IconLabelList"/>
    <dgm:cxn modelId="{84551D5A-22E2-45A3-86ED-28C653973C33}" type="presParOf" srcId="{9825DEBA-3A4C-4838-B268-FCC376FFE9DB}" destId="{495D5AD2-86E5-40DD-8E20-B12ED117ACE4}" srcOrd="2" destOrd="0" presId="urn:microsoft.com/office/officeart/2018/2/layout/IconLabelList"/>
    <dgm:cxn modelId="{F1E41FD4-DFE3-49F2-9994-555F8E651D88}" type="presParOf" srcId="{52D3546C-CDF0-4798-80EB-1CC858894C47}" destId="{A1CEC239-3A60-4F51-9DD2-A0F0ADD33B36}" srcOrd="1" destOrd="0" presId="urn:microsoft.com/office/officeart/2018/2/layout/IconLabelList"/>
    <dgm:cxn modelId="{401E710E-87B9-4558-A7B3-8825C862C42E}" type="presParOf" srcId="{52D3546C-CDF0-4798-80EB-1CC858894C47}" destId="{F74F7271-72D2-466B-A825-D7B52887A63A}" srcOrd="2" destOrd="0" presId="urn:microsoft.com/office/officeart/2018/2/layout/IconLabelList"/>
    <dgm:cxn modelId="{4A921480-EC26-4DF4-B67C-E1E091F09000}" type="presParOf" srcId="{F74F7271-72D2-466B-A825-D7B52887A63A}" destId="{DC770BF2-E61B-43FA-9AF4-9252F6B7341E}" srcOrd="0" destOrd="0" presId="urn:microsoft.com/office/officeart/2018/2/layout/IconLabelList"/>
    <dgm:cxn modelId="{45A663A0-5CCE-4C24-AF32-9C9E8FF0AF6F}" type="presParOf" srcId="{F74F7271-72D2-466B-A825-D7B52887A63A}" destId="{C2015708-91F9-4002-A4E6-3A66463ED9B9}" srcOrd="1" destOrd="0" presId="urn:microsoft.com/office/officeart/2018/2/layout/IconLabelList"/>
    <dgm:cxn modelId="{62B16B61-1C0F-428A-AA03-896667D3F603}" type="presParOf" srcId="{F74F7271-72D2-466B-A825-D7B52887A63A}" destId="{6CF76C05-ACC7-4686-92F7-5981BF69689B}" srcOrd="2" destOrd="0" presId="urn:microsoft.com/office/officeart/2018/2/layout/IconLabelList"/>
    <dgm:cxn modelId="{51E89DF7-7224-410D-BA82-D5348E9D73EC}" type="presParOf" srcId="{52D3546C-CDF0-4798-80EB-1CC858894C47}" destId="{77446FC3-D56D-4B71-B3FD-87A80209146F}" srcOrd="3" destOrd="0" presId="urn:microsoft.com/office/officeart/2018/2/layout/IconLabelList"/>
    <dgm:cxn modelId="{91969B26-7660-436B-91BB-BF2B6A633460}" type="presParOf" srcId="{52D3546C-CDF0-4798-80EB-1CC858894C47}" destId="{1ECBABEA-3CB1-4C1F-95E3-B32E47432B20}" srcOrd="4" destOrd="0" presId="urn:microsoft.com/office/officeart/2018/2/layout/IconLabelList"/>
    <dgm:cxn modelId="{84599AC5-AB4B-4D6E-B91E-55C2C54868D9}" type="presParOf" srcId="{1ECBABEA-3CB1-4C1F-95E3-B32E47432B20}" destId="{3E7803AC-00D0-45FE-80A3-212F1C734E46}" srcOrd="0" destOrd="0" presId="urn:microsoft.com/office/officeart/2018/2/layout/IconLabelList"/>
    <dgm:cxn modelId="{324363E5-13FC-4658-BB8B-7524FBA99282}" type="presParOf" srcId="{1ECBABEA-3CB1-4C1F-95E3-B32E47432B20}" destId="{4DFC5D97-807C-495C-B50D-052F5FC4FECE}" srcOrd="1" destOrd="0" presId="urn:microsoft.com/office/officeart/2018/2/layout/IconLabelList"/>
    <dgm:cxn modelId="{16EECD7C-8C8F-4E57-BC53-092523810E57}" type="presParOf" srcId="{1ECBABEA-3CB1-4C1F-95E3-B32E47432B20}" destId="{14DA57AF-F232-4D9A-A170-42627CFC0DE7}" srcOrd="2" destOrd="0" presId="urn:microsoft.com/office/officeart/2018/2/layout/IconLabelList"/>
    <dgm:cxn modelId="{369BF774-782E-4671-9C4E-B3E7C9B4848B}" type="presParOf" srcId="{52D3546C-CDF0-4798-80EB-1CC858894C47}" destId="{8C32A2F3-F3BC-4F7C-8C80-6E4FCAF4B6EF}" srcOrd="5" destOrd="0" presId="urn:microsoft.com/office/officeart/2018/2/layout/IconLabelList"/>
    <dgm:cxn modelId="{553418D6-D4B9-4C9B-89B3-DDE2852830E4}" type="presParOf" srcId="{52D3546C-CDF0-4798-80EB-1CC858894C47}" destId="{BA446A3E-950C-41B3-9B24-AB44506BEE41}" srcOrd="6" destOrd="0" presId="urn:microsoft.com/office/officeart/2018/2/layout/IconLabelList"/>
    <dgm:cxn modelId="{33312CCC-F3FA-4835-8074-DCC2931A38D6}" type="presParOf" srcId="{BA446A3E-950C-41B3-9B24-AB44506BEE41}" destId="{B0DB8E92-4CDE-4084-A934-88D2E8B33CE0}" srcOrd="0" destOrd="0" presId="urn:microsoft.com/office/officeart/2018/2/layout/IconLabelList"/>
    <dgm:cxn modelId="{2234A05D-C463-482D-93EC-7A387BAEF180}" type="presParOf" srcId="{BA446A3E-950C-41B3-9B24-AB44506BEE41}" destId="{6173FDAF-E800-46B3-8345-5FE181CAB23C}" srcOrd="1" destOrd="0" presId="urn:microsoft.com/office/officeart/2018/2/layout/IconLabelList"/>
    <dgm:cxn modelId="{ACC60429-212D-47DE-A9BD-651D4992F12F}" type="presParOf" srcId="{BA446A3E-950C-41B3-9B24-AB44506BEE41}" destId="{7D7D7291-B231-4740-B219-BC5355315E49}" srcOrd="2" destOrd="0" presId="urn:microsoft.com/office/officeart/2018/2/layout/IconLabelList"/>
    <dgm:cxn modelId="{16B9E2C5-EF25-4021-AFE9-98224ED7762A}" type="presParOf" srcId="{52D3546C-CDF0-4798-80EB-1CC858894C47}" destId="{072CD612-F309-48DD-B6A6-72E0D547F461}" srcOrd="7" destOrd="0" presId="urn:microsoft.com/office/officeart/2018/2/layout/IconLabelList"/>
    <dgm:cxn modelId="{54A8ED7E-760D-4DAE-A425-EAB0A74D6EB9}" type="presParOf" srcId="{52D3546C-CDF0-4798-80EB-1CC858894C47}" destId="{7B23BA70-C5BF-4767-A092-0FEFBCEA85CE}" srcOrd="8" destOrd="0" presId="urn:microsoft.com/office/officeart/2018/2/layout/IconLabelList"/>
    <dgm:cxn modelId="{FBD0C116-2AE4-4094-9009-89F4FEE68600}" type="presParOf" srcId="{7B23BA70-C5BF-4767-A092-0FEFBCEA85CE}" destId="{CF53E163-AE54-4EAC-8ED5-A05078FEE47E}" srcOrd="0" destOrd="0" presId="urn:microsoft.com/office/officeart/2018/2/layout/IconLabelList"/>
    <dgm:cxn modelId="{5A57424C-B07C-4574-B173-BBBB8CFE9D38}" type="presParOf" srcId="{7B23BA70-C5BF-4767-A092-0FEFBCEA85CE}" destId="{C053223F-9E55-48FF-8B4B-1FDE30E9C283}" srcOrd="1" destOrd="0" presId="urn:microsoft.com/office/officeart/2018/2/layout/IconLabelList"/>
    <dgm:cxn modelId="{AD92C0F4-B169-440B-BEA0-C3D03E973B93}" type="presParOf" srcId="{7B23BA70-C5BF-4767-A092-0FEFBCEA85CE}" destId="{577CBB49-F75C-4A4B-A486-41DFDDF65BE3}"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84F0C0-0822-47C9-93FD-A9CB5E335B2E}">
      <dsp:nvSpPr>
        <dsp:cNvPr id="0" name=""/>
        <dsp:cNvSpPr/>
      </dsp:nvSpPr>
      <dsp:spPr>
        <a:xfrm>
          <a:off x="0" y="0"/>
          <a:ext cx="6910387" cy="840588"/>
        </a:xfrm>
        <a:prstGeom prst="roundRect">
          <a:avLst>
            <a:gd name="adj" fmla="val 10000"/>
          </a:avLst>
        </a:prstGeom>
        <a:solidFill>
          <a:schemeClr val="tx2">
            <a:lumMod val="50000"/>
          </a:schemeClr>
        </a:solidFill>
        <a:ln>
          <a:noFill/>
        </a:ln>
        <a:effectLst/>
      </dsp:spPr>
      <dsp:style>
        <a:lnRef idx="0">
          <a:scrgbClr r="0" g="0" b="0"/>
        </a:lnRef>
        <a:fillRef idx="1">
          <a:scrgbClr r="0" g="0" b="0"/>
        </a:fillRef>
        <a:effectRef idx="0">
          <a:scrgbClr r="0" g="0" b="0"/>
        </a:effectRef>
        <a:fontRef idx="minor"/>
      </dsp:style>
    </dsp:sp>
    <dsp:sp modelId="{4EFF12FD-7530-4E91-A20B-A6BEE3E83FA3}">
      <dsp:nvSpPr>
        <dsp:cNvPr id="0" name=""/>
        <dsp:cNvSpPr/>
      </dsp:nvSpPr>
      <dsp:spPr>
        <a:xfrm>
          <a:off x="254278" y="193078"/>
          <a:ext cx="462323" cy="462323"/>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F7ED127-CABE-46CE-A71D-523D67EC1945}">
      <dsp:nvSpPr>
        <dsp:cNvPr id="0" name=""/>
        <dsp:cNvSpPr/>
      </dsp:nvSpPr>
      <dsp:spPr>
        <a:xfrm>
          <a:off x="970879" y="3946"/>
          <a:ext cx="5939507" cy="8405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62" tIns="88962" rIns="88962" bIns="88962" numCol="1" spcCol="1270" anchor="ctr" anchorCtr="0">
          <a:noAutofit/>
        </a:bodyPr>
        <a:lstStyle/>
        <a:p>
          <a:pPr marL="0" lvl="0" indent="0" algn="l" defTabSz="844550">
            <a:lnSpc>
              <a:spcPct val="100000"/>
            </a:lnSpc>
            <a:spcBef>
              <a:spcPct val="0"/>
            </a:spcBef>
            <a:spcAft>
              <a:spcPct val="35000"/>
            </a:spcAft>
            <a:buNone/>
          </a:pPr>
          <a:r>
            <a:rPr lang="en-US" sz="1900" kern="1200" dirty="0">
              <a:solidFill>
                <a:schemeClr val="bg1"/>
              </a:solidFill>
            </a:rPr>
            <a:t>Software</a:t>
          </a:r>
        </a:p>
      </dsp:txBody>
      <dsp:txXfrm>
        <a:off x="970879" y="3946"/>
        <a:ext cx="5939507" cy="840588"/>
      </dsp:txXfrm>
    </dsp:sp>
    <dsp:sp modelId="{9D2732E3-2C8D-4016-B004-EB5CD8BD8A4B}">
      <dsp:nvSpPr>
        <dsp:cNvPr id="0" name=""/>
        <dsp:cNvSpPr/>
      </dsp:nvSpPr>
      <dsp:spPr>
        <a:xfrm>
          <a:off x="0" y="1054682"/>
          <a:ext cx="6910387" cy="840588"/>
        </a:xfrm>
        <a:prstGeom prst="roundRect">
          <a:avLst>
            <a:gd name="adj" fmla="val 10000"/>
          </a:avLst>
        </a:prstGeom>
        <a:solidFill>
          <a:schemeClr val="accent2">
            <a:lumMod val="50000"/>
          </a:schemeClr>
        </a:solidFill>
        <a:ln>
          <a:noFill/>
        </a:ln>
        <a:effectLst/>
      </dsp:spPr>
      <dsp:style>
        <a:lnRef idx="0">
          <a:scrgbClr r="0" g="0" b="0"/>
        </a:lnRef>
        <a:fillRef idx="1">
          <a:scrgbClr r="0" g="0" b="0"/>
        </a:fillRef>
        <a:effectRef idx="0">
          <a:scrgbClr r="0" g="0" b="0"/>
        </a:effectRef>
        <a:fontRef idx="minor"/>
      </dsp:style>
    </dsp:sp>
    <dsp:sp modelId="{DD9C9352-B594-4DE0-950C-F62972F0E0DA}">
      <dsp:nvSpPr>
        <dsp:cNvPr id="0" name=""/>
        <dsp:cNvSpPr/>
      </dsp:nvSpPr>
      <dsp:spPr>
        <a:xfrm>
          <a:off x="254278" y="1243814"/>
          <a:ext cx="462323" cy="4623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B32BA47-7BAE-4C38-87E6-4C762411B1FF}">
      <dsp:nvSpPr>
        <dsp:cNvPr id="0" name=""/>
        <dsp:cNvSpPr/>
      </dsp:nvSpPr>
      <dsp:spPr>
        <a:xfrm>
          <a:off x="970879" y="1054682"/>
          <a:ext cx="5939507" cy="8405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62" tIns="88962" rIns="88962" bIns="88962" numCol="1" spcCol="1270" anchor="ctr" anchorCtr="0">
          <a:noAutofit/>
        </a:bodyPr>
        <a:lstStyle/>
        <a:p>
          <a:pPr marL="0" lvl="0" indent="0" algn="l" defTabSz="844550">
            <a:lnSpc>
              <a:spcPct val="100000"/>
            </a:lnSpc>
            <a:spcBef>
              <a:spcPct val="0"/>
            </a:spcBef>
            <a:spcAft>
              <a:spcPct val="35000"/>
            </a:spcAft>
            <a:buNone/>
          </a:pPr>
          <a:r>
            <a:rPr lang="en-US" sz="1900" kern="1200" dirty="0">
              <a:solidFill>
                <a:schemeClr val="bg1"/>
              </a:solidFill>
            </a:rPr>
            <a:t>Hardware </a:t>
          </a:r>
        </a:p>
      </dsp:txBody>
      <dsp:txXfrm>
        <a:off x="970879" y="1054682"/>
        <a:ext cx="5939507" cy="840588"/>
      </dsp:txXfrm>
    </dsp:sp>
    <dsp:sp modelId="{B5180B67-C198-49F8-80BD-3F8A82DABEAB}">
      <dsp:nvSpPr>
        <dsp:cNvPr id="0" name=""/>
        <dsp:cNvSpPr/>
      </dsp:nvSpPr>
      <dsp:spPr>
        <a:xfrm>
          <a:off x="0" y="2105418"/>
          <a:ext cx="6910387" cy="840588"/>
        </a:xfrm>
        <a:prstGeom prst="roundRect">
          <a:avLst>
            <a:gd name="adj" fmla="val 10000"/>
          </a:avLst>
        </a:prstGeom>
        <a:solidFill>
          <a:srgbClr val="0E5772"/>
        </a:solidFill>
        <a:ln>
          <a:noFill/>
        </a:ln>
        <a:effectLst/>
      </dsp:spPr>
      <dsp:style>
        <a:lnRef idx="0">
          <a:scrgbClr r="0" g="0" b="0"/>
        </a:lnRef>
        <a:fillRef idx="1">
          <a:scrgbClr r="0" g="0" b="0"/>
        </a:fillRef>
        <a:effectRef idx="0">
          <a:scrgbClr r="0" g="0" b="0"/>
        </a:effectRef>
        <a:fontRef idx="minor"/>
      </dsp:style>
    </dsp:sp>
    <dsp:sp modelId="{4FA2DC15-F040-4464-A477-288C36F3249A}">
      <dsp:nvSpPr>
        <dsp:cNvPr id="0" name=""/>
        <dsp:cNvSpPr/>
      </dsp:nvSpPr>
      <dsp:spPr>
        <a:xfrm>
          <a:off x="254278" y="2294550"/>
          <a:ext cx="462323" cy="4623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D995042-747E-46A6-9081-8EFC97B6AACB}">
      <dsp:nvSpPr>
        <dsp:cNvPr id="0" name=""/>
        <dsp:cNvSpPr/>
      </dsp:nvSpPr>
      <dsp:spPr>
        <a:xfrm>
          <a:off x="970879" y="2105418"/>
          <a:ext cx="5939507" cy="8405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62" tIns="88962" rIns="88962" bIns="88962" numCol="1" spcCol="1270" anchor="ctr" anchorCtr="0">
          <a:noAutofit/>
        </a:bodyPr>
        <a:lstStyle/>
        <a:p>
          <a:pPr marL="0" lvl="0" indent="0" algn="l" defTabSz="844550">
            <a:lnSpc>
              <a:spcPct val="100000"/>
            </a:lnSpc>
            <a:spcBef>
              <a:spcPct val="0"/>
            </a:spcBef>
            <a:spcAft>
              <a:spcPct val="35000"/>
            </a:spcAft>
            <a:buNone/>
          </a:pPr>
          <a:r>
            <a:rPr lang="en-US" sz="1900" kern="1200" dirty="0">
              <a:solidFill>
                <a:schemeClr val="bg1"/>
              </a:solidFill>
            </a:rPr>
            <a:t>Network Goals</a:t>
          </a:r>
        </a:p>
      </dsp:txBody>
      <dsp:txXfrm>
        <a:off x="970879" y="2105418"/>
        <a:ext cx="5939507" cy="840588"/>
      </dsp:txXfrm>
    </dsp:sp>
    <dsp:sp modelId="{E74E39CF-B7E1-427A-AB70-03B1050F61E1}">
      <dsp:nvSpPr>
        <dsp:cNvPr id="0" name=""/>
        <dsp:cNvSpPr/>
      </dsp:nvSpPr>
      <dsp:spPr>
        <a:xfrm>
          <a:off x="0" y="3156154"/>
          <a:ext cx="6910387" cy="840588"/>
        </a:xfrm>
        <a:prstGeom prst="roundRect">
          <a:avLst>
            <a:gd name="adj" fmla="val 10000"/>
          </a:avLst>
        </a:prstGeom>
        <a:solidFill>
          <a:schemeClr val="accent2">
            <a:lumMod val="75000"/>
          </a:schemeClr>
        </a:solidFill>
        <a:ln>
          <a:noFill/>
        </a:ln>
        <a:effectLst/>
      </dsp:spPr>
      <dsp:style>
        <a:lnRef idx="0">
          <a:scrgbClr r="0" g="0" b="0"/>
        </a:lnRef>
        <a:fillRef idx="1">
          <a:scrgbClr r="0" g="0" b="0"/>
        </a:fillRef>
        <a:effectRef idx="0">
          <a:scrgbClr r="0" g="0" b="0"/>
        </a:effectRef>
        <a:fontRef idx="minor"/>
      </dsp:style>
    </dsp:sp>
    <dsp:sp modelId="{B9EF9717-BBD1-4356-AC55-610AA7DD4845}">
      <dsp:nvSpPr>
        <dsp:cNvPr id="0" name=""/>
        <dsp:cNvSpPr/>
      </dsp:nvSpPr>
      <dsp:spPr>
        <a:xfrm>
          <a:off x="254278" y="3345286"/>
          <a:ext cx="462323" cy="46232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E608675-0205-42F2-BA49-534AA5DAF867}">
      <dsp:nvSpPr>
        <dsp:cNvPr id="0" name=""/>
        <dsp:cNvSpPr/>
      </dsp:nvSpPr>
      <dsp:spPr>
        <a:xfrm>
          <a:off x="970879" y="3156154"/>
          <a:ext cx="5939507" cy="8405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62" tIns="88962" rIns="88962" bIns="88962" numCol="1" spcCol="1270" anchor="ctr" anchorCtr="0">
          <a:noAutofit/>
        </a:bodyPr>
        <a:lstStyle/>
        <a:p>
          <a:pPr marL="0" lvl="0" indent="0" algn="l" defTabSz="844550">
            <a:lnSpc>
              <a:spcPct val="100000"/>
            </a:lnSpc>
            <a:spcBef>
              <a:spcPct val="0"/>
            </a:spcBef>
            <a:spcAft>
              <a:spcPct val="35000"/>
            </a:spcAft>
            <a:buNone/>
          </a:pPr>
          <a:r>
            <a:rPr lang="en-US" sz="1900" kern="1200" dirty="0">
              <a:solidFill>
                <a:schemeClr val="bg1"/>
              </a:solidFill>
            </a:rPr>
            <a:t>Security Measures</a:t>
          </a:r>
        </a:p>
      </dsp:txBody>
      <dsp:txXfrm>
        <a:off x="970879" y="3156154"/>
        <a:ext cx="5939507" cy="840588"/>
      </dsp:txXfrm>
    </dsp:sp>
    <dsp:sp modelId="{827CAE46-B96E-4796-A80F-5C6D93EE08B6}">
      <dsp:nvSpPr>
        <dsp:cNvPr id="0" name=""/>
        <dsp:cNvSpPr/>
      </dsp:nvSpPr>
      <dsp:spPr>
        <a:xfrm>
          <a:off x="0" y="4206889"/>
          <a:ext cx="6910387" cy="840588"/>
        </a:xfrm>
        <a:prstGeom prst="roundRect">
          <a:avLst>
            <a:gd name="adj" fmla="val 10000"/>
          </a:avLst>
        </a:prstGeom>
        <a:solidFill>
          <a:srgbClr val="2683C6"/>
        </a:solidFill>
        <a:ln>
          <a:noFill/>
        </a:ln>
        <a:effectLst/>
      </dsp:spPr>
      <dsp:style>
        <a:lnRef idx="0">
          <a:scrgbClr r="0" g="0" b="0"/>
        </a:lnRef>
        <a:fillRef idx="1">
          <a:scrgbClr r="0" g="0" b="0"/>
        </a:fillRef>
        <a:effectRef idx="0">
          <a:scrgbClr r="0" g="0" b="0"/>
        </a:effectRef>
        <a:fontRef idx="minor"/>
      </dsp:style>
    </dsp:sp>
    <dsp:sp modelId="{BC7CC971-EDCC-4E05-81E5-B87BACE7AC43}">
      <dsp:nvSpPr>
        <dsp:cNvPr id="0" name=""/>
        <dsp:cNvSpPr/>
      </dsp:nvSpPr>
      <dsp:spPr>
        <a:xfrm>
          <a:off x="254278" y="4396022"/>
          <a:ext cx="462323" cy="46232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A3140D8-9982-4EE4-9D86-1553746C7221}">
      <dsp:nvSpPr>
        <dsp:cNvPr id="0" name=""/>
        <dsp:cNvSpPr/>
      </dsp:nvSpPr>
      <dsp:spPr>
        <a:xfrm>
          <a:off x="970879" y="4206889"/>
          <a:ext cx="5939507" cy="8405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62" tIns="88962" rIns="88962" bIns="88962" numCol="1" spcCol="1270" anchor="ctr" anchorCtr="0">
          <a:noAutofit/>
        </a:bodyPr>
        <a:lstStyle/>
        <a:p>
          <a:pPr marL="0" lvl="0" indent="0" algn="l" defTabSz="844550">
            <a:lnSpc>
              <a:spcPct val="100000"/>
            </a:lnSpc>
            <a:spcBef>
              <a:spcPct val="0"/>
            </a:spcBef>
            <a:spcAft>
              <a:spcPct val="35000"/>
            </a:spcAft>
            <a:buNone/>
          </a:pPr>
          <a:r>
            <a:rPr lang="en-US" sz="1900" kern="1200" dirty="0">
              <a:solidFill>
                <a:schemeClr val="bg1"/>
              </a:solidFill>
            </a:rPr>
            <a:t>Budget</a:t>
          </a:r>
        </a:p>
      </dsp:txBody>
      <dsp:txXfrm>
        <a:off x="970879" y="4206889"/>
        <a:ext cx="5939507" cy="8405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4652BA-C931-4189-810E-E4B6BFA8D79C}">
      <dsp:nvSpPr>
        <dsp:cNvPr id="0" name=""/>
        <dsp:cNvSpPr/>
      </dsp:nvSpPr>
      <dsp:spPr>
        <a:xfrm>
          <a:off x="0" y="1669"/>
          <a:ext cx="6454987" cy="84632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97A0EB-9677-42C8-A4FA-34D4D3703D39}">
      <dsp:nvSpPr>
        <dsp:cNvPr id="0" name=""/>
        <dsp:cNvSpPr/>
      </dsp:nvSpPr>
      <dsp:spPr>
        <a:xfrm>
          <a:off x="256011" y="192091"/>
          <a:ext cx="465476" cy="46547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4258F86-2C1B-44C4-AA56-F5D6937A2A10}">
      <dsp:nvSpPr>
        <dsp:cNvPr id="0" name=""/>
        <dsp:cNvSpPr/>
      </dsp:nvSpPr>
      <dsp:spPr>
        <a:xfrm>
          <a:off x="977499" y="1669"/>
          <a:ext cx="5477487" cy="846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69" tIns="89569" rIns="89569" bIns="89569" numCol="1" spcCol="1270" anchor="ctr" anchorCtr="0">
          <a:noAutofit/>
        </a:bodyPr>
        <a:lstStyle/>
        <a:p>
          <a:pPr marL="0" lvl="0" indent="0" algn="l" defTabSz="977900">
            <a:lnSpc>
              <a:spcPct val="100000"/>
            </a:lnSpc>
            <a:spcBef>
              <a:spcPct val="0"/>
            </a:spcBef>
            <a:spcAft>
              <a:spcPct val="35000"/>
            </a:spcAft>
            <a:buNone/>
          </a:pPr>
          <a:r>
            <a:rPr lang="en-US" sz="2200" kern="1200" dirty="0"/>
            <a:t>Floor 2 &amp; 3 100% Coverage</a:t>
          </a:r>
        </a:p>
      </dsp:txBody>
      <dsp:txXfrm>
        <a:off x="977499" y="1669"/>
        <a:ext cx="5477487" cy="846320"/>
      </dsp:txXfrm>
    </dsp:sp>
    <dsp:sp modelId="{62E90C18-09BB-4E34-913C-05E3D4265704}">
      <dsp:nvSpPr>
        <dsp:cNvPr id="0" name=""/>
        <dsp:cNvSpPr/>
      </dsp:nvSpPr>
      <dsp:spPr>
        <a:xfrm>
          <a:off x="0" y="1059569"/>
          <a:ext cx="6454987" cy="846320"/>
        </a:xfrm>
        <a:prstGeom prst="roundRect">
          <a:avLst>
            <a:gd name="adj" fmla="val 10000"/>
          </a:avLst>
        </a:prstGeom>
        <a:solidFill>
          <a:schemeClr val="accent2">
            <a:hueOff val="-441124"/>
            <a:satOff val="497"/>
            <a:lumOff val="1177"/>
            <a:alphaOff val="0"/>
          </a:schemeClr>
        </a:solidFill>
        <a:ln>
          <a:noFill/>
        </a:ln>
        <a:effectLst/>
      </dsp:spPr>
      <dsp:style>
        <a:lnRef idx="0">
          <a:scrgbClr r="0" g="0" b="0"/>
        </a:lnRef>
        <a:fillRef idx="1">
          <a:scrgbClr r="0" g="0" b="0"/>
        </a:fillRef>
        <a:effectRef idx="0">
          <a:scrgbClr r="0" g="0" b="0"/>
        </a:effectRef>
        <a:fontRef idx="minor"/>
      </dsp:style>
    </dsp:sp>
    <dsp:sp modelId="{19793FE2-2435-40BD-A3F2-26EC03C71504}">
      <dsp:nvSpPr>
        <dsp:cNvPr id="0" name=""/>
        <dsp:cNvSpPr/>
      </dsp:nvSpPr>
      <dsp:spPr>
        <a:xfrm>
          <a:off x="256011" y="1249991"/>
          <a:ext cx="465476" cy="46547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3CB7C50-9E5C-4BD6-9EBA-D7788196CD15}">
      <dsp:nvSpPr>
        <dsp:cNvPr id="0" name=""/>
        <dsp:cNvSpPr/>
      </dsp:nvSpPr>
      <dsp:spPr>
        <a:xfrm>
          <a:off x="977499" y="1059569"/>
          <a:ext cx="5477487" cy="846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69" tIns="89569" rIns="89569" bIns="89569" numCol="1" spcCol="1270" anchor="ctr" anchorCtr="0">
          <a:noAutofit/>
        </a:bodyPr>
        <a:lstStyle/>
        <a:p>
          <a:pPr marL="0" lvl="0" indent="0" algn="l" defTabSz="977900">
            <a:lnSpc>
              <a:spcPct val="100000"/>
            </a:lnSpc>
            <a:spcBef>
              <a:spcPct val="0"/>
            </a:spcBef>
            <a:spcAft>
              <a:spcPct val="35000"/>
            </a:spcAft>
            <a:buNone/>
          </a:pPr>
          <a:r>
            <a:rPr lang="en-US" sz="2200" kern="1200"/>
            <a:t>Floor 1 North &amp; South Wings Coverage</a:t>
          </a:r>
        </a:p>
      </dsp:txBody>
      <dsp:txXfrm>
        <a:off x="977499" y="1059569"/>
        <a:ext cx="5477487" cy="846320"/>
      </dsp:txXfrm>
    </dsp:sp>
    <dsp:sp modelId="{CB2A114E-6961-42C9-A43D-3FA59DE3E126}">
      <dsp:nvSpPr>
        <dsp:cNvPr id="0" name=""/>
        <dsp:cNvSpPr/>
      </dsp:nvSpPr>
      <dsp:spPr>
        <a:xfrm>
          <a:off x="0" y="2117470"/>
          <a:ext cx="6454987" cy="846320"/>
        </a:xfrm>
        <a:prstGeom prst="roundRect">
          <a:avLst>
            <a:gd name="adj" fmla="val 10000"/>
          </a:avLst>
        </a:prstGeom>
        <a:solidFill>
          <a:schemeClr val="accent2">
            <a:hueOff val="-882249"/>
            <a:satOff val="995"/>
            <a:lumOff val="2353"/>
            <a:alphaOff val="0"/>
          </a:schemeClr>
        </a:solidFill>
        <a:ln>
          <a:noFill/>
        </a:ln>
        <a:effectLst/>
      </dsp:spPr>
      <dsp:style>
        <a:lnRef idx="0">
          <a:scrgbClr r="0" g="0" b="0"/>
        </a:lnRef>
        <a:fillRef idx="1">
          <a:scrgbClr r="0" g="0" b="0"/>
        </a:fillRef>
        <a:effectRef idx="0">
          <a:scrgbClr r="0" g="0" b="0"/>
        </a:effectRef>
        <a:fontRef idx="minor"/>
      </dsp:style>
    </dsp:sp>
    <dsp:sp modelId="{0E366D3B-6B6D-4A5C-A881-91261DE71418}">
      <dsp:nvSpPr>
        <dsp:cNvPr id="0" name=""/>
        <dsp:cNvSpPr/>
      </dsp:nvSpPr>
      <dsp:spPr>
        <a:xfrm>
          <a:off x="256011" y="2307892"/>
          <a:ext cx="465476" cy="46547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4269390-65C3-42A1-86C8-AA4E2493C13F}">
      <dsp:nvSpPr>
        <dsp:cNvPr id="0" name=""/>
        <dsp:cNvSpPr/>
      </dsp:nvSpPr>
      <dsp:spPr>
        <a:xfrm>
          <a:off x="977499" y="2117470"/>
          <a:ext cx="5477487" cy="846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69" tIns="89569" rIns="89569" bIns="89569" numCol="1" spcCol="1270" anchor="ctr" anchorCtr="0">
          <a:noAutofit/>
        </a:bodyPr>
        <a:lstStyle/>
        <a:p>
          <a:pPr marL="0" lvl="0" indent="0" algn="l" defTabSz="977900">
            <a:lnSpc>
              <a:spcPct val="100000"/>
            </a:lnSpc>
            <a:spcBef>
              <a:spcPct val="0"/>
            </a:spcBef>
            <a:spcAft>
              <a:spcPct val="35000"/>
            </a:spcAft>
            <a:buNone/>
          </a:pPr>
          <a:r>
            <a:rPr lang="en-US" sz="2200" kern="1200" dirty="0"/>
            <a:t>30 Mb Download Speeds</a:t>
          </a:r>
        </a:p>
      </dsp:txBody>
      <dsp:txXfrm>
        <a:off x="977499" y="2117470"/>
        <a:ext cx="5477487" cy="846320"/>
      </dsp:txXfrm>
    </dsp:sp>
    <dsp:sp modelId="{7CCFB848-3C62-4232-B62E-FC3AE4AF639F}">
      <dsp:nvSpPr>
        <dsp:cNvPr id="0" name=""/>
        <dsp:cNvSpPr/>
      </dsp:nvSpPr>
      <dsp:spPr>
        <a:xfrm>
          <a:off x="0" y="3175370"/>
          <a:ext cx="6454987" cy="846320"/>
        </a:xfrm>
        <a:prstGeom prst="roundRect">
          <a:avLst>
            <a:gd name="adj" fmla="val 10000"/>
          </a:avLst>
        </a:prstGeom>
        <a:solidFill>
          <a:schemeClr val="accent2">
            <a:hueOff val="-1323373"/>
            <a:satOff val="1492"/>
            <a:lumOff val="3530"/>
            <a:alphaOff val="0"/>
          </a:schemeClr>
        </a:solidFill>
        <a:ln>
          <a:noFill/>
        </a:ln>
        <a:effectLst/>
      </dsp:spPr>
      <dsp:style>
        <a:lnRef idx="0">
          <a:scrgbClr r="0" g="0" b="0"/>
        </a:lnRef>
        <a:fillRef idx="1">
          <a:scrgbClr r="0" g="0" b="0"/>
        </a:fillRef>
        <a:effectRef idx="0">
          <a:scrgbClr r="0" g="0" b="0"/>
        </a:effectRef>
        <a:fontRef idx="minor"/>
      </dsp:style>
    </dsp:sp>
    <dsp:sp modelId="{550BAD36-9F78-4E65-83EC-C12051F4A962}">
      <dsp:nvSpPr>
        <dsp:cNvPr id="0" name=""/>
        <dsp:cNvSpPr/>
      </dsp:nvSpPr>
      <dsp:spPr>
        <a:xfrm>
          <a:off x="256011" y="3365792"/>
          <a:ext cx="465476" cy="46547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C3FCE11-D1C4-4559-B0AE-710D391FFAE0}">
      <dsp:nvSpPr>
        <dsp:cNvPr id="0" name=""/>
        <dsp:cNvSpPr/>
      </dsp:nvSpPr>
      <dsp:spPr>
        <a:xfrm>
          <a:off x="977499" y="3175370"/>
          <a:ext cx="5477487" cy="846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69" tIns="89569" rIns="89569" bIns="89569" numCol="1" spcCol="1270" anchor="ctr" anchorCtr="0">
          <a:noAutofit/>
        </a:bodyPr>
        <a:lstStyle/>
        <a:p>
          <a:pPr marL="0" lvl="0" indent="0" algn="l" defTabSz="977900">
            <a:lnSpc>
              <a:spcPct val="100000"/>
            </a:lnSpc>
            <a:spcBef>
              <a:spcPct val="0"/>
            </a:spcBef>
            <a:spcAft>
              <a:spcPct val="35000"/>
            </a:spcAft>
            <a:buNone/>
          </a:pPr>
          <a:r>
            <a:rPr lang="en-US" sz="2200" kern="1200"/>
            <a:t>10 Mb Upload Speeds</a:t>
          </a:r>
        </a:p>
      </dsp:txBody>
      <dsp:txXfrm>
        <a:off x="977499" y="3175370"/>
        <a:ext cx="5477487" cy="8463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C3E939-D5F5-45E3-AA09-EC5A17475E44}">
      <dsp:nvSpPr>
        <dsp:cNvPr id="0" name=""/>
        <dsp:cNvSpPr/>
      </dsp:nvSpPr>
      <dsp:spPr>
        <a:xfrm>
          <a:off x="492576" y="995845"/>
          <a:ext cx="798134" cy="7981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95D5AD2-86E5-40DD-8E20-B12ED117ACE4}">
      <dsp:nvSpPr>
        <dsp:cNvPr id="0" name=""/>
        <dsp:cNvSpPr/>
      </dsp:nvSpPr>
      <dsp:spPr>
        <a:xfrm>
          <a:off x="4827" y="2060055"/>
          <a:ext cx="1773632" cy="709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a:t>Physical Locks</a:t>
          </a:r>
        </a:p>
      </dsp:txBody>
      <dsp:txXfrm>
        <a:off x="4827" y="2060055"/>
        <a:ext cx="1773632" cy="709453"/>
      </dsp:txXfrm>
    </dsp:sp>
    <dsp:sp modelId="{DC770BF2-E61B-43FA-9AF4-9252F6B7341E}">
      <dsp:nvSpPr>
        <dsp:cNvPr id="0" name=""/>
        <dsp:cNvSpPr/>
      </dsp:nvSpPr>
      <dsp:spPr>
        <a:xfrm>
          <a:off x="2576595" y="995845"/>
          <a:ext cx="798134" cy="7981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CF76C05-ACC7-4686-92F7-5981BF69689B}">
      <dsp:nvSpPr>
        <dsp:cNvPr id="0" name=""/>
        <dsp:cNvSpPr/>
      </dsp:nvSpPr>
      <dsp:spPr>
        <a:xfrm>
          <a:off x="2088846" y="2060055"/>
          <a:ext cx="1773632" cy="709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a:t>Virtual Locks</a:t>
          </a:r>
        </a:p>
      </dsp:txBody>
      <dsp:txXfrm>
        <a:off x="2088846" y="2060055"/>
        <a:ext cx="1773632" cy="709453"/>
      </dsp:txXfrm>
    </dsp:sp>
    <dsp:sp modelId="{3E7803AC-00D0-45FE-80A3-212F1C734E46}">
      <dsp:nvSpPr>
        <dsp:cNvPr id="0" name=""/>
        <dsp:cNvSpPr/>
      </dsp:nvSpPr>
      <dsp:spPr>
        <a:xfrm>
          <a:off x="4660613" y="995845"/>
          <a:ext cx="798134" cy="7981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4DA57AF-F232-4D9A-A170-42627CFC0DE7}">
      <dsp:nvSpPr>
        <dsp:cNvPr id="0" name=""/>
        <dsp:cNvSpPr/>
      </dsp:nvSpPr>
      <dsp:spPr>
        <a:xfrm>
          <a:off x="4172864" y="2060055"/>
          <a:ext cx="1773632" cy="709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dirty="0"/>
            <a:t>Power On Notification</a:t>
          </a:r>
        </a:p>
      </dsp:txBody>
      <dsp:txXfrm>
        <a:off x="4172864" y="2060055"/>
        <a:ext cx="1773632" cy="709453"/>
      </dsp:txXfrm>
    </dsp:sp>
    <dsp:sp modelId="{B0DB8E92-4CDE-4084-A934-88D2E8B33CE0}">
      <dsp:nvSpPr>
        <dsp:cNvPr id="0" name=""/>
        <dsp:cNvSpPr/>
      </dsp:nvSpPr>
      <dsp:spPr>
        <a:xfrm>
          <a:off x="6744632" y="995845"/>
          <a:ext cx="798134" cy="79813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D7D7291-B231-4740-B219-BC5355315E49}">
      <dsp:nvSpPr>
        <dsp:cNvPr id="0" name=""/>
        <dsp:cNvSpPr/>
      </dsp:nvSpPr>
      <dsp:spPr>
        <a:xfrm>
          <a:off x="6256883" y="2060055"/>
          <a:ext cx="1773632" cy="709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dirty="0"/>
            <a:t>Avast Antivirus</a:t>
          </a:r>
        </a:p>
      </dsp:txBody>
      <dsp:txXfrm>
        <a:off x="6256883" y="2060055"/>
        <a:ext cx="1773632" cy="709453"/>
      </dsp:txXfrm>
    </dsp:sp>
    <dsp:sp modelId="{CF53E163-AE54-4EAC-8ED5-A05078FEE47E}">
      <dsp:nvSpPr>
        <dsp:cNvPr id="0" name=""/>
        <dsp:cNvSpPr/>
      </dsp:nvSpPr>
      <dsp:spPr>
        <a:xfrm>
          <a:off x="8828650" y="995845"/>
          <a:ext cx="798134" cy="79813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77CBB49-F75C-4A4B-A486-41DFDDF65BE3}">
      <dsp:nvSpPr>
        <dsp:cNvPr id="0" name=""/>
        <dsp:cNvSpPr/>
      </dsp:nvSpPr>
      <dsp:spPr>
        <a:xfrm>
          <a:off x="8340901" y="2060055"/>
          <a:ext cx="1773632" cy="709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a:t>Device Use Contract </a:t>
          </a:r>
        </a:p>
      </dsp:txBody>
      <dsp:txXfrm>
        <a:off x="8340901" y="2060055"/>
        <a:ext cx="1773632" cy="70945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0AF24-D29F-4BD9-BD59-F95FE271EDD8}" type="datetimeFigureOut">
              <a:rPr lang="en-US" smtClean="0"/>
              <a:t>7/30/2021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066BAD-C183-4779-9652-933C9C3FD63F}" type="slidenum">
              <a:rPr lang="en-US" smtClean="0"/>
              <a:t>‹#›</a:t>
            </a:fld>
            <a:endParaRPr lang="en-US"/>
          </a:p>
        </p:txBody>
      </p:sp>
    </p:spTree>
    <p:extLst>
      <p:ext uri="{BB962C8B-B14F-4D97-AF65-F5344CB8AC3E}">
        <p14:creationId xmlns:p14="http://schemas.microsoft.com/office/powerpoint/2010/main" val="2880090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of this meeting is to touch on the areas that will be worked on during this project and uncover any questions or concerns there may be with the project. The Future Tech Network project is critical to the organization’s success as the added computers and network capabilities will allow for the expansion of the current customer base. New computers and network hardware are to be installed along with software and security measures. In this meeting we will also go over briefly what the network goals will be to ensure there are no discrepancies in the organization’s needs. Finally, we will touch on the budget and what will be included in this. </a:t>
            </a:r>
          </a:p>
        </p:txBody>
      </p:sp>
      <p:sp>
        <p:nvSpPr>
          <p:cNvPr id="4" name="Slide Number Placeholder 3"/>
          <p:cNvSpPr>
            <a:spLocks noGrp="1"/>
          </p:cNvSpPr>
          <p:nvPr>
            <p:ph type="sldNum" sz="quarter" idx="5"/>
          </p:nvPr>
        </p:nvSpPr>
        <p:spPr/>
        <p:txBody>
          <a:bodyPr/>
          <a:lstStyle/>
          <a:p>
            <a:fld id="{8A066BAD-C183-4779-9652-933C9C3FD63F}" type="slidenum">
              <a:rPr lang="en-US" smtClean="0"/>
              <a:t>2</a:t>
            </a:fld>
            <a:endParaRPr lang="en-US"/>
          </a:p>
        </p:txBody>
      </p:sp>
    </p:spTree>
    <p:extLst>
      <p:ext uri="{BB962C8B-B14F-4D97-AF65-F5344CB8AC3E}">
        <p14:creationId xmlns:p14="http://schemas.microsoft.com/office/powerpoint/2010/main" val="1283386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systems administrator and software engineer will work together to determine the proper placement of all computers to be installed. They will be responsible for installing the devices and ensuring all associated cabling is functional and connected. Currently, there are several bids out on what devices will be purchased; however, it is certain that they will all be Dell computers running the Windows 10 operating system. </a:t>
            </a:r>
          </a:p>
        </p:txBody>
      </p:sp>
      <p:sp>
        <p:nvSpPr>
          <p:cNvPr id="4" name="Slide Number Placeholder 3"/>
          <p:cNvSpPr>
            <a:spLocks noGrp="1"/>
          </p:cNvSpPr>
          <p:nvPr>
            <p:ph type="sldNum" sz="quarter" idx="5"/>
          </p:nvPr>
        </p:nvSpPr>
        <p:spPr/>
        <p:txBody>
          <a:bodyPr/>
          <a:lstStyle/>
          <a:p>
            <a:fld id="{8A066BAD-C183-4779-9652-933C9C3FD63F}" type="slidenum">
              <a:rPr lang="en-US" smtClean="0"/>
              <a:t>3</a:t>
            </a:fld>
            <a:endParaRPr lang="en-US"/>
          </a:p>
        </p:txBody>
      </p:sp>
    </p:spTree>
    <p:extLst>
      <p:ext uri="{BB962C8B-B14F-4D97-AF65-F5344CB8AC3E}">
        <p14:creationId xmlns:p14="http://schemas.microsoft.com/office/powerpoint/2010/main" val="2085041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setting up the computers the software engineer will be responsible for ensuring the proper tools are available on all devices. Salesforce will be used to manage all customer interactions. Paycom will be the software used to track users time, communicate document needs between employees and human resources, document employee development progress or training, and manage payroll. Pidgin is a chat forum that will allow employees throughout the company to quickly communicate with one another. The TeamViewer will help the IT staff help resolve issues with both employee and customer devices. Finally, we will be using Basecamp to assist with tracking project progress for all future projects. </a:t>
            </a:r>
          </a:p>
        </p:txBody>
      </p:sp>
      <p:sp>
        <p:nvSpPr>
          <p:cNvPr id="4" name="Slide Number Placeholder 3"/>
          <p:cNvSpPr>
            <a:spLocks noGrp="1"/>
          </p:cNvSpPr>
          <p:nvPr>
            <p:ph type="sldNum" sz="quarter" idx="5"/>
          </p:nvPr>
        </p:nvSpPr>
        <p:spPr/>
        <p:txBody>
          <a:bodyPr/>
          <a:lstStyle/>
          <a:p>
            <a:fld id="{8A066BAD-C183-4779-9652-933C9C3FD63F}" type="slidenum">
              <a:rPr lang="en-US" smtClean="0"/>
              <a:t>4</a:t>
            </a:fld>
            <a:endParaRPr lang="en-US"/>
          </a:p>
        </p:txBody>
      </p:sp>
    </p:spTree>
    <p:extLst>
      <p:ext uri="{BB962C8B-B14F-4D97-AF65-F5344CB8AC3E}">
        <p14:creationId xmlns:p14="http://schemas.microsoft.com/office/powerpoint/2010/main" val="3913037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types of hardware is required to create the Future Tech Network. This network will allow employees to communicate quickly with the users inside the facility in addition to allowing them to access the internet. The network engineer will need to install Cat7 ethernet cables throughout the facility to allow the computers to connect to both the intranet and the internet. Access points, routers, and switches will provide the actual connections between devices and the network. As you can see in the diagram provided the modem will be the piece of equipment used to connect devices to the internet. Finally, the servers will be used to store company data on site. </a:t>
            </a:r>
          </a:p>
        </p:txBody>
      </p:sp>
      <p:sp>
        <p:nvSpPr>
          <p:cNvPr id="4" name="Slide Number Placeholder 3"/>
          <p:cNvSpPr>
            <a:spLocks noGrp="1"/>
          </p:cNvSpPr>
          <p:nvPr>
            <p:ph type="sldNum" sz="quarter" idx="5"/>
          </p:nvPr>
        </p:nvSpPr>
        <p:spPr/>
        <p:txBody>
          <a:bodyPr/>
          <a:lstStyle/>
          <a:p>
            <a:fld id="{8A066BAD-C183-4779-9652-933C9C3FD63F}" type="slidenum">
              <a:rPr lang="en-US" smtClean="0"/>
              <a:t>5</a:t>
            </a:fld>
            <a:endParaRPr lang="en-US"/>
          </a:p>
        </p:txBody>
      </p:sp>
    </p:spTree>
    <p:extLst>
      <p:ext uri="{BB962C8B-B14F-4D97-AF65-F5344CB8AC3E}">
        <p14:creationId xmlns:p14="http://schemas.microsoft.com/office/powerpoint/2010/main" val="21391182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of this network is to allow for network connectivity anywhere on the top two floors of the facility in addition to fully covering the north and south wings of the first floor.  Being that the facility is roughly 16,000 square feet access points will be strategically placed throughout the building to avoid any dead zones. The first floor has a lower priority than the top two floors as this floor is primarily for meetings and sales associates. Additional access points may be added to the first floor should the need rise. The speed goals for the network are to provide users with a minimum of 30 Mb download and 10 Mb upload speeds. This should prevent unnecessary lag when attempting to assist costumers or complete daily tasks.</a:t>
            </a:r>
          </a:p>
        </p:txBody>
      </p:sp>
      <p:sp>
        <p:nvSpPr>
          <p:cNvPr id="4" name="Slide Number Placeholder 3"/>
          <p:cNvSpPr>
            <a:spLocks noGrp="1"/>
          </p:cNvSpPr>
          <p:nvPr>
            <p:ph type="sldNum" sz="quarter" idx="5"/>
          </p:nvPr>
        </p:nvSpPr>
        <p:spPr/>
        <p:txBody>
          <a:bodyPr/>
          <a:lstStyle/>
          <a:p>
            <a:fld id="{8A066BAD-C183-4779-9652-933C9C3FD63F}" type="slidenum">
              <a:rPr lang="en-US" smtClean="0"/>
              <a:t>6</a:t>
            </a:fld>
            <a:endParaRPr lang="en-US"/>
          </a:p>
        </p:txBody>
      </p:sp>
    </p:spTree>
    <p:extLst>
      <p:ext uri="{BB962C8B-B14F-4D97-AF65-F5344CB8AC3E}">
        <p14:creationId xmlns:p14="http://schemas.microsoft.com/office/powerpoint/2010/main" val="1456081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establishing the network there are several security measures that need to be taken to prevent downtime in the organization. Physical locks will be installed on the server room doors to ensure only authorized parties can access them. Virtual locks will involve a two-factor authentication for device use as well as individual logins with passwords for all applications to be used. When powering a device on a notification will appear on the screen prior to the login screen to inform users of the potential legal repercussions should the device be used inappropriately. Avast has been the chosen antivirus program that will be installed on all devices to prevent potential external harm. Finally, each employee will be required to sign a device use contract to help ensure Future Tech data stays inside the organization. </a:t>
            </a:r>
          </a:p>
        </p:txBody>
      </p:sp>
      <p:sp>
        <p:nvSpPr>
          <p:cNvPr id="4" name="Slide Number Placeholder 3"/>
          <p:cNvSpPr>
            <a:spLocks noGrp="1"/>
          </p:cNvSpPr>
          <p:nvPr>
            <p:ph type="sldNum" sz="quarter" idx="5"/>
          </p:nvPr>
        </p:nvSpPr>
        <p:spPr/>
        <p:txBody>
          <a:bodyPr/>
          <a:lstStyle/>
          <a:p>
            <a:fld id="{8A066BAD-C183-4779-9652-933C9C3FD63F}" type="slidenum">
              <a:rPr lang="en-US" smtClean="0"/>
              <a:t>7</a:t>
            </a:fld>
            <a:endParaRPr lang="en-US"/>
          </a:p>
        </p:txBody>
      </p:sp>
    </p:spTree>
    <p:extLst>
      <p:ext uri="{BB962C8B-B14F-4D97-AF65-F5344CB8AC3E}">
        <p14:creationId xmlns:p14="http://schemas.microsoft.com/office/powerpoint/2010/main" val="1233460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estimates shown here were pulled directly from the project’s established budget plan. As predicated, a majority of the budge will be spent on the software and hardware necessary to create the Future Tech Network. The labor costs shown involve totals from the hours worked by the project manager, agenda director, system administrator, software engineer, network engineer, and the testing engineer. The contingency costs planned include costs for additional hardware and labor should the need arise. In the event that the contingency costs are greater than predicted, the overall project cost estimate is $374,800 which falls well under the project’s budget of $600,000. </a:t>
            </a:r>
          </a:p>
        </p:txBody>
      </p:sp>
      <p:sp>
        <p:nvSpPr>
          <p:cNvPr id="4" name="Slide Number Placeholder 3"/>
          <p:cNvSpPr>
            <a:spLocks noGrp="1"/>
          </p:cNvSpPr>
          <p:nvPr>
            <p:ph type="sldNum" sz="quarter" idx="5"/>
          </p:nvPr>
        </p:nvSpPr>
        <p:spPr/>
        <p:txBody>
          <a:bodyPr/>
          <a:lstStyle/>
          <a:p>
            <a:fld id="{8A066BAD-C183-4779-9652-933C9C3FD63F}" type="slidenum">
              <a:rPr lang="en-US" smtClean="0"/>
              <a:t>8</a:t>
            </a:fld>
            <a:endParaRPr lang="en-US"/>
          </a:p>
        </p:txBody>
      </p:sp>
    </p:spTree>
    <p:extLst>
      <p:ext uri="{BB962C8B-B14F-4D97-AF65-F5344CB8AC3E}">
        <p14:creationId xmlns:p14="http://schemas.microsoft.com/office/powerpoint/2010/main" val="2471426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associated costs chart shown provides a high level view of the costs throughout the project. In this chart the projected weekly and cumulative costs were merely initial estimates drawn from potential labor and material costs. As you can see, the lines shown here indicate only a slight raise from the initial estimates and the actual costs associated with finishing the Future Tech Network. The lower two lines represented these costs from a weekly view while the top two show the cumulative total increase during the course of the project. While the projected costs were lower in both instances, the actual totals were increased due to the labor required being increased to ensure the project deadline was met. </a:t>
            </a:r>
          </a:p>
        </p:txBody>
      </p:sp>
      <p:sp>
        <p:nvSpPr>
          <p:cNvPr id="4" name="Slide Number Placeholder 3"/>
          <p:cNvSpPr>
            <a:spLocks noGrp="1"/>
          </p:cNvSpPr>
          <p:nvPr>
            <p:ph type="sldNum" sz="quarter" idx="5"/>
          </p:nvPr>
        </p:nvSpPr>
        <p:spPr/>
        <p:txBody>
          <a:bodyPr/>
          <a:lstStyle/>
          <a:p>
            <a:fld id="{8A066BAD-C183-4779-9652-933C9C3FD63F}" type="slidenum">
              <a:rPr lang="en-US" smtClean="0"/>
              <a:t>9</a:t>
            </a:fld>
            <a:endParaRPr lang="en-US"/>
          </a:p>
        </p:txBody>
      </p:sp>
    </p:spTree>
    <p:extLst>
      <p:ext uri="{BB962C8B-B14F-4D97-AF65-F5344CB8AC3E}">
        <p14:creationId xmlns:p14="http://schemas.microsoft.com/office/powerpoint/2010/main" val="322888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 there any remaining questions that may not have been resolved?</a:t>
            </a:r>
          </a:p>
        </p:txBody>
      </p:sp>
      <p:sp>
        <p:nvSpPr>
          <p:cNvPr id="4" name="Slide Number Placeholder 3"/>
          <p:cNvSpPr>
            <a:spLocks noGrp="1"/>
          </p:cNvSpPr>
          <p:nvPr>
            <p:ph type="sldNum" sz="quarter" idx="5"/>
          </p:nvPr>
        </p:nvSpPr>
        <p:spPr/>
        <p:txBody>
          <a:bodyPr/>
          <a:lstStyle/>
          <a:p>
            <a:fld id="{8A066BAD-C183-4779-9652-933C9C3FD63F}" type="slidenum">
              <a:rPr lang="en-US" smtClean="0"/>
              <a:t>10</a:t>
            </a:fld>
            <a:endParaRPr lang="en-US"/>
          </a:p>
        </p:txBody>
      </p:sp>
    </p:spTree>
    <p:extLst>
      <p:ext uri="{BB962C8B-B14F-4D97-AF65-F5344CB8AC3E}">
        <p14:creationId xmlns:p14="http://schemas.microsoft.com/office/powerpoint/2010/main" val="12379873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066BAD-C183-4779-9652-933C9C3FD63F}" type="slidenum">
              <a:rPr lang="en-US" smtClean="0"/>
              <a:t>11</a:t>
            </a:fld>
            <a:endParaRPr lang="en-US"/>
          </a:p>
        </p:txBody>
      </p:sp>
    </p:spTree>
    <p:extLst>
      <p:ext uri="{BB962C8B-B14F-4D97-AF65-F5344CB8AC3E}">
        <p14:creationId xmlns:p14="http://schemas.microsoft.com/office/powerpoint/2010/main" val="4153783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89EEF94-ABAA-4E9F-9606-AB4E5148C0B3}" type="datetimeFigureOut">
              <a:rPr lang="en-US" smtClean="0"/>
              <a:t>7/30/2021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72CE4-F7E2-40AF-9EB1-1AD98BE2A1F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6983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9EEF94-ABAA-4E9F-9606-AB4E5148C0B3}" type="datetimeFigureOut">
              <a:rPr lang="en-US" smtClean="0"/>
              <a:t>7/30/2021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72CE4-F7E2-40AF-9EB1-1AD98BE2A1F7}" type="slidenum">
              <a:rPr lang="en-US" smtClean="0"/>
              <a:t>‹#›</a:t>
            </a:fld>
            <a:endParaRPr lang="en-US"/>
          </a:p>
        </p:txBody>
      </p:sp>
    </p:spTree>
    <p:extLst>
      <p:ext uri="{BB962C8B-B14F-4D97-AF65-F5344CB8AC3E}">
        <p14:creationId xmlns:p14="http://schemas.microsoft.com/office/powerpoint/2010/main" val="3646603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89EEF94-ABAA-4E9F-9606-AB4E5148C0B3}" type="datetimeFigureOut">
              <a:rPr lang="en-US" smtClean="0"/>
              <a:t>7/30/2021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72CE4-F7E2-40AF-9EB1-1AD98BE2A1F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7089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9EEF94-ABAA-4E9F-9606-AB4E5148C0B3}" type="datetimeFigureOut">
              <a:rPr lang="en-US" smtClean="0"/>
              <a:t>7/30/2021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972CE4-F7E2-40AF-9EB1-1AD98BE2A1F7}" type="slidenum">
              <a:rPr lang="en-US" smtClean="0"/>
              <a:t>‹#›</a:t>
            </a:fld>
            <a:endParaRPr lang="en-US"/>
          </a:p>
        </p:txBody>
      </p:sp>
    </p:spTree>
    <p:extLst>
      <p:ext uri="{BB962C8B-B14F-4D97-AF65-F5344CB8AC3E}">
        <p14:creationId xmlns:p14="http://schemas.microsoft.com/office/powerpoint/2010/main" val="134071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9EEF94-ABAA-4E9F-9606-AB4E5148C0B3}" type="datetimeFigureOut">
              <a:rPr lang="en-US" smtClean="0"/>
              <a:t>7/30/2021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972CE4-F7E2-40AF-9EB1-1AD98BE2A1F7}" type="slidenum">
              <a:rPr lang="en-US" smtClean="0"/>
              <a:t>‹#›</a:t>
            </a:fld>
            <a:endParaRPr lang="en-US"/>
          </a:p>
        </p:txBody>
      </p:sp>
    </p:spTree>
    <p:extLst>
      <p:ext uri="{BB962C8B-B14F-4D97-AF65-F5344CB8AC3E}">
        <p14:creationId xmlns:p14="http://schemas.microsoft.com/office/powerpoint/2010/main" val="1138685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9EEF94-ABAA-4E9F-9606-AB4E5148C0B3}" type="datetimeFigureOut">
              <a:rPr lang="en-US" smtClean="0"/>
              <a:t>7/30/2021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972CE4-F7E2-40AF-9EB1-1AD98BE2A1F7}" type="slidenum">
              <a:rPr lang="en-US" smtClean="0"/>
              <a:t>‹#›</a:t>
            </a:fld>
            <a:endParaRPr lang="en-US"/>
          </a:p>
        </p:txBody>
      </p:sp>
    </p:spTree>
    <p:extLst>
      <p:ext uri="{BB962C8B-B14F-4D97-AF65-F5344CB8AC3E}">
        <p14:creationId xmlns:p14="http://schemas.microsoft.com/office/powerpoint/2010/main" val="3459382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89EEF94-ABAA-4E9F-9606-AB4E5148C0B3}" type="datetimeFigureOut">
              <a:rPr lang="en-US" smtClean="0"/>
              <a:t>7/30/2021</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08972CE4-F7E2-40AF-9EB1-1AD98BE2A1F7}" type="slidenum">
              <a:rPr lang="en-US" smtClean="0"/>
              <a:t>‹#›</a:t>
            </a:fld>
            <a:endParaRPr lang="en-US"/>
          </a:p>
        </p:txBody>
      </p:sp>
    </p:spTree>
    <p:extLst>
      <p:ext uri="{BB962C8B-B14F-4D97-AF65-F5344CB8AC3E}">
        <p14:creationId xmlns:p14="http://schemas.microsoft.com/office/powerpoint/2010/main" val="1957900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89EEF94-ABAA-4E9F-9606-AB4E5148C0B3}" type="datetimeFigureOut">
              <a:rPr lang="en-US" smtClean="0"/>
              <a:t>7/30/2021</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8972CE4-F7E2-40AF-9EB1-1AD98BE2A1F7}" type="slidenum">
              <a:rPr lang="en-US" smtClean="0"/>
              <a:t>‹#›</a:t>
            </a:fld>
            <a:endParaRPr lang="en-US"/>
          </a:p>
        </p:txBody>
      </p:sp>
    </p:spTree>
    <p:extLst>
      <p:ext uri="{BB962C8B-B14F-4D97-AF65-F5344CB8AC3E}">
        <p14:creationId xmlns:p14="http://schemas.microsoft.com/office/powerpoint/2010/main" val="1434812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89EEF94-ABAA-4E9F-9606-AB4E5148C0B3}" type="datetimeFigureOut">
              <a:rPr lang="en-US" smtClean="0"/>
              <a:t>7/30/2021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972CE4-F7E2-40AF-9EB1-1AD98BE2A1F7}" type="slidenum">
              <a:rPr lang="en-US" smtClean="0"/>
              <a:t>‹#›</a:t>
            </a:fld>
            <a:endParaRPr lang="en-US"/>
          </a:p>
        </p:txBody>
      </p:sp>
    </p:spTree>
    <p:extLst>
      <p:ext uri="{BB962C8B-B14F-4D97-AF65-F5344CB8AC3E}">
        <p14:creationId xmlns:p14="http://schemas.microsoft.com/office/powerpoint/2010/main" val="408459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9EEF94-ABAA-4E9F-9606-AB4E5148C0B3}" type="datetimeFigureOut">
              <a:rPr lang="en-US" smtClean="0"/>
              <a:t>7/30/2021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72CE4-F7E2-40AF-9EB1-1AD98BE2A1F7}" type="slidenum">
              <a:rPr lang="en-US" smtClean="0"/>
              <a:t>‹#›</a:t>
            </a:fld>
            <a:endParaRPr lang="en-US"/>
          </a:p>
        </p:txBody>
      </p:sp>
    </p:spTree>
    <p:extLst>
      <p:ext uri="{BB962C8B-B14F-4D97-AF65-F5344CB8AC3E}">
        <p14:creationId xmlns:p14="http://schemas.microsoft.com/office/powerpoint/2010/main" val="1811811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9EEF94-ABAA-4E9F-9606-AB4E5148C0B3}" type="datetimeFigureOut">
              <a:rPr lang="en-US" smtClean="0"/>
              <a:t>7/30/2021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72CE4-F7E2-40AF-9EB1-1AD98BE2A1F7}" type="slidenum">
              <a:rPr lang="en-US" smtClean="0"/>
              <a:t>‹#›</a:t>
            </a:fld>
            <a:endParaRPr lang="en-US"/>
          </a:p>
        </p:txBody>
      </p:sp>
    </p:spTree>
    <p:extLst>
      <p:ext uri="{BB962C8B-B14F-4D97-AF65-F5344CB8AC3E}">
        <p14:creationId xmlns:p14="http://schemas.microsoft.com/office/powerpoint/2010/main" val="1513762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89EEF94-ABAA-4E9F-9606-AB4E5148C0B3}" type="datetimeFigureOut">
              <a:rPr lang="en-US" smtClean="0"/>
              <a:t>7/30/2021</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08972CE4-F7E2-40AF-9EB1-1AD98BE2A1F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096951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pngall.com/globe-png"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commons.wikimedia.org/wiki/File:Computer_icon.pn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www.creativefreedom.co.uk/icon-design-info/free-windows-7-icon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oftwarerecs.stackexchange.com/questions/18410/javascript-html5-network-topology-drag-drop" TargetMode="Externa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6.png"/><Relationship Id="rId7" Type="http://schemas.openxmlformats.org/officeDocument/2006/relationships/diagramQuickStyle" Target="../diagrams/quickStyle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hyperlink" Target="https://openclipart.org/detail/221489/network" TargetMode="External"/><Relationship Id="rId9" Type="http://schemas.microsoft.com/office/2007/relationships/diagramDrawing" Target="../diagrams/drawing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www.mrscienceshow.com/2010/06/bring-us-your-burning-science-questions.html"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0000"/>
            <a:shade val="97000"/>
            <a:satMod val="13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6E698C-8155-4B8B-BDC9-B7299772B5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D94613-C05F-4D3F-B482-BE33A8DC474E}"/>
              </a:ext>
            </a:extLst>
          </p:cNvPr>
          <p:cNvSpPr>
            <a:spLocks noGrp="1"/>
          </p:cNvSpPr>
          <p:nvPr>
            <p:ph type="ctrTitle"/>
          </p:nvPr>
        </p:nvSpPr>
        <p:spPr>
          <a:xfrm>
            <a:off x="4348952" y="643467"/>
            <a:ext cx="7172487" cy="5054008"/>
          </a:xfrm>
        </p:spPr>
        <p:txBody>
          <a:bodyPr anchor="ctr">
            <a:normAutofit/>
          </a:bodyPr>
          <a:lstStyle/>
          <a:p>
            <a:r>
              <a:rPr lang="en-US" sz="6600" dirty="0">
                <a:solidFill>
                  <a:schemeClr val="tx2"/>
                </a:solidFill>
                <a:latin typeface="PMingLiU-ExtB" panose="02020500000000000000" pitchFamily="18" charset="-120"/>
                <a:ea typeface="PMingLiU-ExtB" panose="02020500000000000000" pitchFamily="18" charset="-120"/>
              </a:rPr>
              <a:t>Future Tech Network</a:t>
            </a:r>
          </a:p>
        </p:txBody>
      </p:sp>
      <p:sp>
        <p:nvSpPr>
          <p:cNvPr id="3" name="Subtitle 2">
            <a:extLst>
              <a:ext uri="{FF2B5EF4-FFF2-40B4-BE49-F238E27FC236}">
                <a16:creationId xmlns:a16="http://schemas.microsoft.com/office/drawing/2014/main" id="{FF976F37-7C1B-43CE-8596-527219E4BE7D}"/>
              </a:ext>
            </a:extLst>
          </p:cNvPr>
          <p:cNvSpPr>
            <a:spLocks noGrp="1"/>
          </p:cNvSpPr>
          <p:nvPr>
            <p:ph type="subTitle" idx="1"/>
          </p:nvPr>
        </p:nvSpPr>
        <p:spPr>
          <a:xfrm>
            <a:off x="8472403" y="4547562"/>
            <a:ext cx="2905344" cy="1652397"/>
          </a:xfrm>
        </p:spPr>
        <p:txBody>
          <a:bodyPr anchor="ctr">
            <a:normAutofit lnSpcReduction="10000"/>
          </a:bodyPr>
          <a:lstStyle/>
          <a:p>
            <a:pPr algn="r"/>
            <a:r>
              <a:rPr lang="en-US" dirty="0">
                <a:solidFill>
                  <a:schemeClr val="tx1"/>
                </a:solidFill>
              </a:rPr>
              <a:t>Felicia Ainslie</a:t>
            </a:r>
          </a:p>
          <a:p>
            <a:pPr algn="r"/>
            <a:r>
              <a:rPr lang="en-US" dirty="0">
                <a:solidFill>
                  <a:schemeClr val="tx1"/>
                </a:solidFill>
              </a:rPr>
              <a:t>Purdue university</a:t>
            </a:r>
          </a:p>
          <a:p>
            <a:pPr algn="r"/>
            <a:r>
              <a:rPr lang="en-US" dirty="0">
                <a:solidFill>
                  <a:schemeClr val="tx1"/>
                </a:solidFill>
              </a:rPr>
              <a:t>it499</a:t>
            </a:r>
          </a:p>
        </p:txBody>
      </p:sp>
      <p:cxnSp>
        <p:nvCxnSpPr>
          <p:cNvPr id="10" name="Straight Connector 9">
            <a:extLst>
              <a:ext uri="{FF2B5EF4-FFF2-40B4-BE49-F238E27FC236}">
                <a16:creationId xmlns:a16="http://schemas.microsoft.com/office/drawing/2014/main" id="{09525C9A-1972-4836-BA7A-706C946EF4D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42053" y="1570271"/>
            <a:ext cx="0" cy="3200400"/>
          </a:xfrm>
          <a:prstGeom prst="line">
            <a:avLst/>
          </a:prstGeom>
          <a:ln w="31750">
            <a:solidFill>
              <a:schemeClr val="accent2"/>
            </a:solidFill>
            <a:miter lim="800000"/>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A05250E5-90D0-4E41-B9BD-FF661DE540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336792"/>
            <a:ext cx="12188825" cy="521208"/>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20" name="Group 19">
            <a:extLst>
              <a:ext uri="{FF2B5EF4-FFF2-40B4-BE49-F238E27FC236}">
                <a16:creationId xmlns:a16="http://schemas.microsoft.com/office/drawing/2014/main" id="{B31A6FD3-BCC1-4907-BA55-A827E6D3589E}"/>
              </a:ext>
            </a:extLst>
          </p:cNvPr>
          <p:cNvGrpSpPr/>
          <p:nvPr/>
        </p:nvGrpSpPr>
        <p:grpSpPr>
          <a:xfrm>
            <a:off x="1213222" y="2241831"/>
            <a:ext cx="2158143" cy="1857280"/>
            <a:chOff x="224032" y="4267201"/>
            <a:chExt cx="2290733" cy="1947332"/>
          </a:xfrm>
        </p:grpSpPr>
        <p:sp>
          <p:nvSpPr>
            <p:cNvPr id="15" name="Rectangle: Rounded Corners 14">
              <a:extLst>
                <a:ext uri="{FF2B5EF4-FFF2-40B4-BE49-F238E27FC236}">
                  <a16:creationId xmlns:a16="http://schemas.microsoft.com/office/drawing/2014/main" id="{FA09230A-BD16-4197-9E35-6ECAB88B9180}"/>
                </a:ext>
              </a:extLst>
            </p:cNvPr>
            <p:cNvSpPr/>
            <p:nvPr/>
          </p:nvSpPr>
          <p:spPr>
            <a:xfrm>
              <a:off x="224032" y="4346713"/>
              <a:ext cx="1512003" cy="1867820"/>
            </a:xfrm>
            <a:prstGeom prst="roundRect">
              <a:avLst/>
            </a:prstGeom>
            <a:solidFill>
              <a:schemeClr val="accent2">
                <a:lumMod val="50000"/>
              </a:schemeClr>
            </a:solidFill>
            <a:ln>
              <a:solidFill>
                <a:srgbClr val="2683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2C717146-5EB6-4FD0-B5A2-B887ABE8AB65}"/>
                </a:ext>
              </a:extLst>
            </p:cNvPr>
            <p:cNvGrpSpPr/>
            <p:nvPr/>
          </p:nvGrpSpPr>
          <p:grpSpPr>
            <a:xfrm>
              <a:off x="250538" y="4267201"/>
              <a:ext cx="2264227" cy="1867820"/>
              <a:chOff x="1456486" y="4612493"/>
              <a:chExt cx="2264227" cy="1867820"/>
            </a:xfrm>
            <a:solidFill>
              <a:srgbClr val="2683C6"/>
            </a:solidFill>
          </p:grpSpPr>
          <p:sp>
            <p:nvSpPr>
              <p:cNvPr id="4" name="Half Frame 3">
                <a:extLst>
                  <a:ext uri="{FF2B5EF4-FFF2-40B4-BE49-F238E27FC236}">
                    <a16:creationId xmlns:a16="http://schemas.microsoft.com/office/drawing/2014/main" id="{B8CBED34-9684-4D56-A582-A08ABB15B419}"/>
                  </a:ext>
                </a:extLst>
              </p:cNvPr>
              <p:cNvSpPr/>
              <p:nvPr/>
            </p:nvSpPr>
            <p:spPr>
              <a:xfrm>
                <a:off x="1895060" y="4825385"/>
                <a:ext cx="967408" cy="1654928"/>
              </a:xfrm>
              <a:prstGeom prst="halfFrame">
                <a:avLst>
                  <a:gd name="adj1" fmla="val 23319"/>
                  <a:gd name="adj2" fmla="val 2271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Half Frame 12">
                <a:extLst>
                  <a:ext uri="{FF2B5EF4-FFF2-40B4-BE49-F238E27FC236}">
                    <a16:creationId xmlns:a16="http://schemas.microsoft.com/office/drawing/2014/main" id="{F59E35AF-774E-48D8-B491-E02524996EAF}"/>
                  </a:ext>
                </a:extLst>
              </p:cNvPr>
              <p:cNvSpPr/>
              <p:nvPr/>
            </p:nvSpPr>
            <p:spPr>
              <a:xfrm rot="10800000">
                <a:off x="1456486" y="4612493"/>
                <a:ext cx="1405982" cy="784782"/>
              </a:xfrm>
              <a:prstGeom prst="halfFrame">
                <a:avLst>
                  <a:gd name="adj1" fmla="val 24064"/>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Half Frame 13">
                <a:extLst>
                  <a:ext uri="{FF2B5EF4-FFF2-40B4-BE49-F238E27FC236}">
                    <a16:creationId xmlns:a16="http://schemas.microsoft.com/office/drawing/2014/main" id="{1B10E6B5-CBFE-4096-BF66-071656FE3DB4}"/>
                  </a:ext>
                </a:extLst>
              </p:cNvPr>
              <p:cNvSpPr/>
              <p:nvPr/>
            </p:nvSpPr>
            <p:spPr>
              <a:xfrm rot="16200000">
                <a:off x="2638870" y="4921396"/>
                <a:ext cx="757702" cy="1405984"/>
              </a:xfrm>
              <a:prstGeom prst="halfFrame">
                <a:avLst>
                  <a:gd name="adj1" fmla="val 21090"/>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pic>
          <p:nvPicPr>
            <p:cNvPr id="17" name="Picture 16">
              <a:extLst>
                <a:ext uri="{FF2B5EF4-FFF2-40B4-BE49-F238E27FC236}">
                  <a16:creationId xmlns:a16="http://schemas.microsoft.com/office/drawing/2014/main" id="{957164AC-B662-4667-82A7-CA8E1938E36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206186" y="5751184"/>
              <a:ext cx="423893" cy="423893"/>
            </a:xfrm>
            <a:prstGeom prst="rect">
              <a:avLst/>
            </a:prstGeom>
          </p:spPr>
        </p:pic>
      </p:grpSp>
    </p:spTree>
    <p:extLst>
      <p:ext uri="{BB962C8B-B14F-4D97-AF65-F5344CB8AC3E}">
        <p14:creationId xmlns:p14="http://schemas.microsoft.com/office/powerpoint/2010/main" val="14681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5">
            <a:extLst>
              <a:ext uri="{FF2B5EF4-FFF2-40B4-BE49-F238E27FC236}">
                <a16:creationId xmlns:a16="http://schemas.microsoft.com/office/drawing/2014/main" id="{A6B16355-27FB-445B-B646-02AB736374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82DBA7-B8D2-48D9-B603-005633D340EC}"/>
              </a:ext>
            </a:extLst>
          </p:cNvPr>
          <p:cNvSpPr>
            <a:spLocks noGrp="1"/>
          </p:cNvSpPr>
          <p:nvPr>
            <p:ph type="title"/>
          </p:nvPr>
        </p:nvSpPr>
        <p:spPr>
          <a:xfrm>
            <a:off x="8177212" y="634946"/>
            <a:ext cx="3372529" cy="5055904"/>
          </a:xfrm>
        </p:spPr>
        <p:txBody>
          <a:bodyPr anchor="ctr">
            <a:normAutofit/>
          </a:bodyPr>
          <a:lstStyle/>
          <a:p>
            <a:r>
              <a:rPr lang="en-US"/>
              <a:t>Key Points</a:t>
            </a:r>
          </a:p>
        </p:txBody>
      </p:sp>
      <p:cxnSp>
        <p:nvCxnSpPr>
          <p:cNvPr id="59" name="Straight Connector 57">
            <a:extLst>
              <a:ext uri="{FF2B5EF4-FFF2-40B4-BE49-F238E27FC236}">
                <a16:creationId xmlns:a16="http://schemas.microsoft.com/office/drawing/2014/main" id="{06DA680F-F6AC-453E-A8BF-C5BDED2851D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56978" y="1791298"/>
            <a:ext cx="0" cy="274320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1" name="Rectangle 59">
            <a:extLst>
              <a:ext uri="{FF2B5EF4-FFF2-40B4-BE49-F238E27FC236}">
                <a16:creationId xmlns:a16="http://schemas.microsoft.com/office/drawing/2014/main" id="{6B3BF2E5-C3AB-441F-A430-491119C56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Rectangle 61">
            <a:extLst>
              <a:ext uri="{FF2B5EF4-FFF2-40B4-BE49-F238E27FC236}">
                <a16:creationId xmlns:a16="http://schemas.microsoft.com/office/drawing/2014/main" id="{DD07C90B-B81A-473B-8919-CA924E61F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51" name="Content Placeholder 2">
            <a:extLst>
              <a:ext uri="{FF2B5EF4-FFF2-40B4-BE49-F238E27FC236}">
                <a16:creationId xmlns:a16="http://schemas.microsoft.com/office/drawing/2014/main" id="{F32BCA60-3F53-4949-AD93-A202813C2DE1}"/>
              </a:ext>
            </a:extLst>
          </p:cNvPr>
          <p:cNvGraphicFramePr>
            <a:graphicFrameLocks noGrp="1"/>
          </p:cNvGraphicFramePr>
          <p:nvPr>
            <p:ph idx="1"/>
            <p:extLst>
              <p:ext uri="{D42A27DB-BD31-4B8C-83A1-F6EECF244321}">
                <p14:modId xmlns:p14="http://schemas.microsoft.com/office/powerpoint/2010/main" val="3279627199"/>
              </p:ext>
            </p:extLst>
          </p:nvPr>
        </p:nvGraphicFramePr>
        <p:xfrm>
          <a:off x="633413" y="639763"/>
          <a:ext cx="6910387" cy="50514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17769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52E585-FF16-41C4-BDCE-3FD4B96689D3}"/>
              </a:ext>
            </a:extLst>
          </p:cNvPr>
          <p:cNvSpPr>
            <a:spLocks noGrp="1"/>
          </p:cNvSpPr>
          <p:nvPr>
            <p:ph type="title"/>
          </p:nvPr>
        </p:nvSpPr>
        <p:spPr>
          <a:xfrm>
            <a:off x="6411685" y="634946"/>
            <a:ext cx="5127171" cy="1450757"/>
          </a:xfrm>
        </p:spPr>
        <p:txBody>
          <a:bodyPr>
            <a:normAutofit/>
          </a:bodyPr>
          <a:lstStyle/>
          <a:p>
            <a:r>
              <a:rPr lang="en-US"/>
              <a:t>Computers</a:t>
            </a:r>
            <a:endParaRPr lang="en-US" dirty="0"/>
          </a:p>
        </p:txBody>
      </p:sp>
      <p:pic>
        <p:nvPicPr>
          <p:cNvPr id="18" name="Graphic 6">
            <a:extLst>
              <a:ext uri="{FF2B5EF4-FFF2-40B4-BE49-F238E27FC236}">
                <a16:creationId xmlns:a16="http://schemas.microsoft.com/office/drawing/2014/main" id="{2A6F741A-9B95-45B2-8B12-834D1068665C}"/>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43192" y="1449499"/>
            <a:ext cx="5451627" cy="3638961"/>
          </a:xfrm>
          <a:prstGeom prst="rect">
            <a:avLst/>
          </a:prstGeom>
        </p:spPr>
      </p:pic>
      <p:cxnSp>
        <p:nvCxnSpPr>
          <p:cNvPr id="47" name="Straight Connector 46">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20" name="Content Placeholder 2">
            <a:extLst>
              <a:ext uri="{FF2B5EF4-FFF2-40B4-BE49-F238E27FC236}">
                <a16:creationId xmlns:a16="http://schemas.microsoft.com/office/drawing/2014/main" id="{F38BF7A6-D6A6-4793-A5FC-E90898F52571}"/>
              </a:ext>
            </a:extLst>
          </p:cNvPr>
          <p:cNvSpPr>
            <a:spLocks noGrp="1"/>
          </p:cNvSpPr>
          <p:nvPr>
            <p:ph idx="1"/>
          </p:nvPr>
        </p:nvSpPr>
        <p:spPr>
          <a:xfrm>
            <a:off x="6411684" y="2198914"/>
            <a:ext cx="5127172" cy="3670180"/>
          </a:xfrm>
        </p:spPr>
        <p:txBody>
          <a:bodyPr>
            <a:normAutofit/>
          </a:bodyPr>
          <a:lstStyle/>
          <a:p>
            <a:pPr>
              <a:buFont typeface="Wingdings" panose="05000000000000000000" pitchFamily="2" charset="2"/>
              <a:buChar char="q"/>
            </a:pPr>
            <a:r>
              <a:rPr lang="en-US"/>
              <a:t> 350 Desktop Monitors</a:t>
            </a:r>
          </a:p>
          <a:p>
            <a:pPr>
              <a:buFont typeface="Wingdings" panose="05000000000000000000" pitchFamily="2" charset="2"/>
              <a:buChar char="q"/>
            </a:pPr>
            <a:r>
              <a:rPr lang="en-US"/>
              <a:t> 350 Desktops Towers</a:t>
            </a:r>
          </a:p>
          <a:p>
            <a:pPr>
              <a:buFont typeface="Wingdings" panose="05000000000000000000" pitchFamily="2" charset="2"/>
              <a:buChar char="q"/>
            </a:pPr>
            <a:r>
              <a:rPr lang="en-US"/>
              <a:t> 150 Laptops</a:t>
            </a:r>
            <a:endParaRPr lang="en-US" dirty="0"/>
          </a:p>
        </p:txBody>
      </p:sp>
      <p:sp>
        <p:nvSpPr>
          <p:cNvPr id="49" name="Rectangle 48">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1" name="Rectangle 50">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64213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DBD5CA-45A9-42D1-B110-ECDC761A2BCA}"/>
              </a:ext>
            </a:extLst>
          </p:cNvPr>
          <p:cNvSpPr>
            <a:spLocks noGrp="1"/>
          </p:cNvSpPr>
          <p:nvPr>
            <p:ph type="title"/>
          </p:nvPr>
        </p:nvSpPr>
        <p:spPr>
          <a:xfrm>
            <a:off x="6411685" y="634946"/>
            <a:ext cx="5127171" cy="1450757"/>
          </a:xfrm>
        </p:spPr>
        <p:txBody>
          <a:bodyPr>
            <a:normAutofit/>
          </a:bodyPr>
          <a:lstStyle/>
          <a:p>
            <a:r>
              <a:rPr lang="en-US"/>
              <a:t>Software</a:t>
            </a:r>
            <a:endParaRPr lang="en-US" dirty="0"/>
          </a:p>
        </p:txBody>
      </p:sp>
      <p:pic>
        <p:nvPicPr>
          <p:cNvPr id="7" name="Graphic 6">
            <a:extLst>
              <a:ext uri="{FF2B5EF4-FFF2-40B4-BE49-F238E27FC236}">
                <a16:creationId xmlns:a16="http://schemas.microsoft.com/office/drawing/2014/main" id="{FCC194D6-1A96-43DF-94D9-E22C35C2710D}"/>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r="22964" b="2"/>
          <a:stretch/>
        </p:blipFill>
        <p:spPr>
          <a:xfrm>
            <a:off x="643192" y="1172541"/>
            <a:ext cx="5451627" cy="4192876"/>
          </a:xfrm>
          <a:prstGeom prst="rect">
            <a:avLst/>
          </a:prstGeom>
        </p:spPr>
      </p:pic>
      <p:cxnSp>
        <p:nvCxnSpPr>
          <p:cNvPr id="56" name="Straight Connector 55">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4" name="Content Placeholder 2">
            <a:extLst>
              <a:ext uri="{FF2B5EF4-FFF2-40B4-BE49-F238E27FC236}">
                <a16:creationId xmlns:a16="http://schemas.microsoft.com/office/drawing/2014/main" id="{A3CC01BE-FA6B-498A-A8CB-3F7DCC18B819}"/>
              </a:ext>
            </a:extLst>
          </p:cNvPr>
          <p:cNvSpPr>
            <a:spLocks noGrp="1"/>
          </p:cNvSpPr>
          <p:nvPr>
            <p:ph idx="1"/>
          </p:nvPr>
        </p:nvSpPr>
        <p:spPr>
          <a:xfrm>
            <a:off x="6411684" y="2198914"/>
            <a:ext cx="5127172" cy="3670180"/>
          </a:xfrm>
        </p:spPr>
        <p:txBody>
          <a:bodyPr>
            <a:normAutofit/>
          </a:bodyPr>
          <a:lstStyle/>
          <a:p>
            <a:pPr>
              <a:buFont typeface="Wingdings" panose="05000000000000000000" pitchFamily="2" charset="2"/>
              <a:buChar char="q"/>
            </a:pPr>
            <a:r>
              <a:rPr lang="en-US"/>
              <a:t>Salesforce CRM</a:t>
            </a:r>
          </a:p>
          <a:p>
            <a:pPr>
              <a:buFont typeface="Wingdings" panose="05000000000000000000" pitchFamily="2" charset="2"/>
              <a:buChar char="q"/>
            </a:pPr>
            <a:r>
              <a:rPr lang="en-US"/>
              <a:t>Microsoft Office 365</a:t>
            </a:r>
          </a:p>
          <a:p>
            <a:pPr>
              <a:buFont typeface="Wingdings" panose="05000000000000000000" pitchFamily="2" charset="2"/>
              <a:buChar char="q"/>
            </a:pPr>
            <a:r>
              <a:rPr lang="en-US"/>
              <a:t> Paycom</a:t>
            </a:r>
          </a:p>
          <a:p>
            <a:pPr>
              <a:buFont typeface="Wingdings" panose="05000000000000000000" pitchFamily="2" charset="2"/>
              <a:buChar char="q"/>
            </a:pPr>
            <a:r>
              <a:rPr lang="en-US"/>
              <a:t> Pidgin</a:t>
            </a:r>
          </a:p>
          <a:p>
            <a:pPr>
              <a:buFont typeface="Wingdings" panose="05000000000000000000" pitchFamily="2" charset="2"/>
              <a:buChar char="q"/>
            </a:pPr>
            <a:r>
              <a:rPr lang="en-US"/>
              <a:t> TeamViewer</a:t>
            </a:r>
          </a:p>
          <a:p>
            <a:pPr>
              <a:buFont typeface="Wingdings" panose="05000000000000000000" pitchFamily="2" charset="2"/>
              <a:buChar char="q"/>
            </a:pPr>
            <a:r>
              <a:rPr lang="en-US"/>
              <a:t> Basecamp</a:t>
            </a:r>
          </a:p>
          <a:p>
            <a:pPr>
              <a:buFont typeface="Wingdings" panose="05000000000000000000" pitchFamily="2" charset="2"/>
              <a:buChar char="q"/>
            </a:pPr>
            <a:endParaRPr lang="en-US"/>
          </a:p>
          <a:p>
            <a:pPr>
              <a:buFont typeface="Wingdings" panose="05000000000000000000" pitchFamily="2" charset="2"/>
              <a:buChar char="q"/>
            </a:pPr>
            <a:endParaRPr lang="en-US" dirty="0"/>
          </a:p>
        </p:txBody>
      </p:sp>
      <p:sp>
        <p:nvSpPr>
          <p:cNvPr id="58" name="Rectangle 57">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 name="Rectangle 59">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4356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90D0034-F768-41E7-85D4-F38C4DE85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4F7E42D-8B5A-4FC8-81CD-9E60171F7F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4AFC7CD-369D-4BBF-B776-A5D276D6AB37}"/>
              </a:ext>
            </a:extLst>
          </p:cNvPr>
          <p:cNvSpPr>
            <a:spLocks noGrp="1"/>
          </p:cNvSpPr>
          <p:nvPr>
            <p:ph type="title"/>
          </p:nvPr>
        </p:nvSpPr>
        <p:spPr>
          <a:xfrm>
            <a:off x="492370" y="516835"/>
            <a:ext cx="3084844" cy="2103875"/>
          </a:xfrm>
        </p:spPr>
        <p:txBody>
          <a:bodyPr>
            <a:normAutofit/>
          </a:bodyPr>
          <a:lstStyle/>
          <a:p>
            <a:r>
              <a:rPr lang="en-US" sz="3600">
                <a:solidFill>
                  <a:srgbClr val="FFFFFF"/>
                </a:solidFill>
              </a:rPr>
              <a:t>Network Hardware</a:t>
            </a:r>
          </a:p>
        </p:txBody>
      </p:sp>
      <p:sp>
        <p:nvSpPr>
          <p:cNvPr id="3" name="Content Placeholder 2">
            <a:extLst>
              <a:ext uri="{FF2B5EF4-FFF2-40B4-BE49-F238E27FC236}">
                <a16:creationId xmlns:a16="http://schemas.microsoft.com/office/drawing/2014/main" id="{68277FEE-3831-4032-A93E-57018F4F3F25}"/>
              </a:ext>
            </a:extLst>
          </p:cNvPr>
          <p:cNvSpPr>
            <a:spLocks noGrp="1"/>
          </p:cNvSpPr>
          <p:nvPr>
            <p:ph idx="1"/>
          </p:nvPr>
        </p:nvSpPr>
        <p:spPr>
          <a:xfrm>
            <a:off x="492371" y="2653800"/>
            <a:ext cx="3084844" cy="3335519"/>
          </a:xfrm>
        </p:spPr>
        <p:txBody>
          <a:bodyPr>
            <a:normAutofit/>
          </a:bodyPr>
          <a:lstStyle/>
          <a:p>
            <a:pPr>
              <a:buFont typeface="Wingdings" panose="05000000000000000000" pitchFamily="2" charset="2"/>
              <a:buChar char="q"/>
            </a:pPr>
            <a:r>
              <a:rPr lang="en-US" sz="1500" dirty="0">
                <a:solidFill>
                  <a:srgbClr val="FFFFFF"/>
                </a:solidFill>
              </a:rPr>
              <a:t> Cat7 Ethernet Cables</a:t>
            </a:r>
          </a:p>
          <a:p>
            <a:pPr>
              <a:buFont typeface="Wingdings" panose="05000000000000000000" pitchFamily="2" charset="2"/>
              <a:buChar char="q"/>
            </a:pPr>
            <a:r>
              <a:rPr lang="en-US" sz="1500" dirty="0">
                <a:solidFill>
                  <a:srgbClr val="FFFFFF"/>
                </a:solidFill>
              </a:rPr>
              <a:t> Access Points </a:t>
            </a:r>
          </a:p>
          <a:p>
            <a:pPr>
              <a:buFont typeface="Wingdings" panose="05000000000000000000" pitchFamily="2" charset="2"/>
              <a:buChar char="q"/>
            </a:pPr>
            <a:r>
              <a:rPr lang="en-US" sz="1500" dirty="0">
                <a:solidFill>
                  <a:srgbClr val="FFFFFF"/>
                </a:solidFill>
              </a:rPr>
              <a:t> Routers</a:t>
            </a:r>
          </a:p>
          <a:p>
            <a:pPr>
              <a:buFont typeface="Wingdings" panose="05000000000000000000" pitchFamily="2" charset="2"/>
              <a:buChar char="q"/>
            </a:pPr>
            <a:r>
              <a:rPr lang="en-US" sz="1500" dirty="0">
                <a:solidFill>
                  <a:srgbClr val="FFFFFF"/>
                </a:solidFill>
              </a:rPr>
              <a:t> Modems</a:t>
            </a:r>
          </a:p>
          <a:p>
            <a:pPr>
              <a:buFont typeface="Wingdings" panose="05000000000000000000" pitchFamily="2" charset="2"/>
              <a:buChar char="q"/>
            </a:pPr>
            <a:r>
              <a:rPr lang="en-US" sz="1500" dirty="0">
                <a:solidFill>
                  <a:srgbClr val="FFFFFF"/>
                </a:solidFill>
              </a:rPr>
              <a:t> Switches</a:t>
            </a:r>
          </a:p>
          <a:p>
            <a:pPr>
              <a:buFont typeface="Wingdings" panose="05000000000000000000" pitchFamily="2" charset="2"/>
              <a:buChar char="q"/>
            </a:pPr>
            <a:r>
              <a:rPr lang="en-US" sz="1500" dirty="0">
                <a:solidFill>
                  <a:srgbClr val="FFFFFF"/>
                </a:solidFill>
              </a:rPr>
              <a:t> Servers</a:t>
            </a:r>
          </a:p>
        </p:txBody>
      </p:sp>
      <p:pic>
        <p:nvPicPr>
          <p:cNvPr id="9" name="Picture 8">
            <a:extLst>
              <a:ext uri="{FF2B5EF4-FFF2-40B4-BE49-F238E27FC236}">
                <a16:creationId xmlns:a16="http://schemas.microsoft.com/office/drawing/2014/main" id="{0562A209-DA52-47C8-AF1D-9249D34DC368}"/>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4748" r="6250"/>
          <a:stretch/>
        </p:blipFill>
        <p:spPr>
          <a:xfrm>
            <a:off x="4259470" y="311729"/>
            <a:ext cx="7564852" cy="6396008"/>
          </a:xfrm>
          <a:prstGeom prst="rect">
            <a:avLst/>
          </a:prstGeom>
        </p:spPr>
      </p:pic>
      <p:sp>
        <p:nvSpPr>
          <p:cNvPr id="20" name="Rectangle 19">
            <a:extLst>
              <a:ext uri="{FF2B5EF4-FFF2-40B4-BE49-F238E27FC236}">
                <a16:creationId xmlns:a16="http://schemas.microsoft.com/office/drawing/2014/main" id="{8C04651D-B9F4-4935-A02D-364153FBDF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98463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DD36A-7E95-4776-906B-D918173B6CEA}"/>
              </a:ext>
            </a:extLst>
          </p:cNvPr>
          <p:cNvSpPr>
            <a:spLocks noGrp="1"/>
          </p:cNvSpPr>
          <p:nvPr>
            <p:ph type="title"/>
          </p:nvPr>
        </p:nvSpPr>
        <p:spPr>
          <a:xfrm>
            <a:off x="1097280" y="286603"/>
            <a:ext cx="10058400" cy="1450757"/>
          </a:xfrm>
        </p:spPr>
        <p:txBody>
          <a:bodyPr>
            <a:normAutofit/>
          </a:bodyPr>
          <a:lstStyle/>
          <a:p>
            <a:r>
              <a:rPr lang="en-US"/>
              <a:t>Network Goals</a:t>
            </a:r>
          </a:p>
        </p:txBody>
      </p:sp>
      <p:pic>
        <p:nvPicPr>
          <p:cNvPr id="11" name="Picture 10">
            <a:extLst>
              <a:ext uri="{FF2B5EF4-FFF2-40B4-BE49-F238E27FC236}">
                <a16:creationId xmlns:a16="http://schemas.microsoft.com/office/drawing/2014/main" id="{A4C12A07-CA61-4D72-9F7C-7F9409966A0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8020570" y="2742643"/>
            <a:ext cx="3135109" cy="1818362"/>
          </a:xfrm>
          <a:prstGeom prst="rect">
            <a:avLst/>
          </a:prstGeom>
        </p:spPr>
      </p:pic>
      <p:graphicFrame>
        <p:nvGraphicFramePr>
          <p:cNvPr id="5" name="Content Placeholder 2">
            <a:extLst>
              <a:ext uri="{FF2B5EF4-FFF2-40B4-BE49-F238E27FC236}">
                <a16:creationId xmlns:a16="http://schemas.microsoft.com/office/drawing/2014/main" id="{5691DC48-E39D-4BEC-99E3-9E71E16E306F}"/>
              </a:ext>
            </a:extLst>
          </p:cNvPr>
          <p:cNvGraphicFramePr>
            <a:graphicFrameLocks noGrp="1"/>
          </p:cNvGraphicFramePr>
          <p:nvPr>
            <p:ph idx="1"/>
            <p:extLst>
              <p:ext uri="{D42A27DB-BD31-4B8C-83A1-F6EECF244321}">
                <p14:modId xmlns:p14="http://schemas.microsoft.com/office/powerpoint/2010/main" val="3891076215"/>
              </p:ext>
            </p:extLst>
          </p:nvPr>
        </p:nvGraphicFramePr>
        <p:xfrm>
          <a:off x="1097279" y="1845734"/>
          <a:ext cx="6454987" cy="402336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685213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63E00694-E403-4987-8634-15F6D8E4C3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dirty="0"/>
              <a:t>/</a:t>
            </a:r>
          </a:p>
        </p:txBody>
      </p:sp>
      <p:sp>
        <p:nvSpPr>
          <p:cNvPr id="2" name="Title 1">
            <a:extLst>
              <a:ext uri="{FF2B5EF4-FFF2-40B4-BE49-F238E27FC236}">
                <a16:creationId xmlns:a16="http://schemas.microsoft.com/office/drawing/2014/main" id="{A0DFEB32-4122-4A27-A17A-4147E6A86486}"/>
              </a:ext>
            </a:extLst>
          </p:cNvPr>
          <p:cNvSpPr>
            <a:spLocks noGrp="1"/>
          </p:cNvSpPr>
          <p:nvPr>
            <p:ph type="title"/>
          </p:nvPr>
        </p:nvSpPr>
        <p:spPr>
          <a:xfrm>
            <a:off x="1097280" y="4844374"/>
            <a:ext cx="10058400" cy="1188995"/>
          </a:xfrm>
        </p:spPr>
        <p:txBody>
          <a:bodyPr anchor="ctr">
            <a:normAutofit/>
          </a:bodyPr>
          <a:lstStyle/>
          <a:p>
            <a:pPr algn="ctr"/>
            <a:r>
              <a:rPr lang="en-US"/>
              <a:t>Security Measures</a:t>
            </a:r>
          </a:p>
        </p:txBody>
      </p:sp>
      <p:graphicFrame>
        <p:nvGraphicFramePr>
          <p:cNvPr id="25" name="Content Placeholder 2">
            <a:extLst>
              <a:ext uri="{FF2B5EF4-FFF2-40B4-BE49-F238E27FC236}">
                <a16:creationId xmlns:a16="http://schemas.microsoft.com/office/drawing/2014/main" id="{C579B0A5-8A7D-4B13-B0B9-27A10AEB12BF}"/>
              </a:ext>
            </a:extLst>
          </p:cNvPr>
          <p:cNvGraphicFramePr>
            <a:graphicFrameLocks noGrp="1"/>
          </p:cNvGraphicFramePr>
          <p:nvPr>
            <p:ph idx="1"/>
            <p:extLst>
              <p:ext uri="{D42A27DB-BD31-4B8C-83A1-F6EECF244321}">
                <p14:modId xmlns:p14="http://schemas.microsoft.com/office/powerpoint/2010/main" val="2231966732"/>
              </p:ext>
            </p:extLst>
          </p:nvPr>
        </p:nvGraphicFramePr>
        <p:xfrm>
          <a:off x="1036319" y="680936"/>
          <a:ext cx="10119362" cy="37653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55457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 name="Rectangle 55">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58" name="Straight Connector 57">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60" name="Rectangle 59">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CC06F2-4D7A-4D18-92BA-6EC9FABD8A32}"/>
              </a:ext>
            </a:extLst>
          </p:cNvPr>
          <p:cNvSpPr>
            <a:spLocks noGrp="1"/>
          </p:cNvSpPr>
          <p:nvPr>
            <p:ph type="title"/>
          </p:nvPr>
        </p:nvSpPr>
        <p:spPr>
          <a:xfrm>
            <a:off x="8141110" y="639097"/>
            <a:ext cx="3401961" cy="3686015"/>
          </a:xfrm>
        </p:spPr>
        <p:txBody>
          <a:bodyPr vert="horz" lIns="91440" tIns="45720" rIns="91440" bIns="45720" rtlCol="0" anchor="b">
            <a:normAutofit/>
          </a:bodyPr>
          <a:lstStyle/>
          <a:p>
            <a:r>
              <a:rPr lang="en-US" sz="6600">
                <a:solidFill>
                  <a:schemeClr val="tx1">
                    <a:lumMod val="85000"/>
                    <a:lumOff val="15000"/>
                  </a:schemeClr>
                </a:solidFill>
              </a:rPr>
              <a:t>Budget</a:t>
            </a:r>
          </a:p>
        </p:txBody>
      </p:sp>
      <p:cxnSp>
        <p:nvCxnSpPr>
          <p:cNvPr id="62" name="Straight Connector 61">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 name="Rectangle 65">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32" name="Chart 31">
            <a:extLst>
              <a:ext uri="{FF2B5EF4-FFF2-40B4-BE49-F238E27FC236}">
                <a16:creationId xmlns:a16="http://schemas.microsoft.com/office/drawing/2014/main" id="{A5379E77-A537-4C66-8B65-1855F7B58F19}"/>
              </a:ext>
            </a:extLst>
          </p:cNvPr>
          <p:cNvGraphicFramePr/>
          <p:nvPr>
            <p:extLst>
              <p:ext uri="{D42A27DB-BD31-4B8C-83A1-F6EECF244321}">
                <p14:modId xmlns:p14="http://schemas.microsoft.com/office/powerpoint/2010/main" val="910324874"/>
              </p:ext>
            </p:extLst>
          </p:nvPr>
        </p:nvGraphicFramePr>
        <p:xfrm>
          <a:off x="633999" y="350531"/>
          <a:ext cx="6422121" cy="539857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40156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 name="Rectangle 53">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56" name="Straight Connector 55">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58" name="Rectangle 57">
            <a:extLst>
              <a:ext uri="{FF2B5EF4-FFF2-40B4-BE49-F238E27FC236}">
                <a16:creationId xmlns:a16="http://schemas.microsoft.com/office/drawing/2014/main" id="{C4AAA502-5435-489E-9538-3A40E6C71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0819CF-868B-4088-870A-3AB3855CEEEF}"/>
              </a:ext>
            </a:extLst>
          </p:cNvPr>
          <p:cNvSpPr>
            <a:spLocks noGrp="1"/>
          </p:cNvSpPr>
          <p:nvPr>
            <p:ph type="title"/>
          </p:nvPr>
        </p:nvSpPr>
        <p:spPr>
          <a:xfrm>
            <a:off x="633999" y="4550229"/>
            <a:ext cx="10909073" cy="1057655"/>
          </a:xfrm>
        </p:spPr>
        <p:txBody>
          <a:bodyPr vert="horz" lIns="91440" tIns="45720" rIns="91440" bIns="45720" rtlCol="0" anchor="b">
            <a:normAutofit/>
          </a:bodyPr>
          <a:lstStyle/>
          <a:p>
            <a:r>
              <a:rPr lang="en-US" sz="6000">
                <a:solidFill>
                  <a:schemeClr val="tx1">
                    <a:lumMod val="85000"/>
                    <a:lumOff val="15000"/>
                  </a:schemeClr>
                </a:solidFill>
              </a:rPr>
              <a:t>Associated Costs</a:t>
            </a:r>
          </a:p>
        </p:txBody>
      </p:sp>
      <p:cxnSp>
        <p:nvCxnSpPr>
          <p:cNvPr id="60" name="Straight Connector 59">
            <a:extLst>
              <a:ext uri="{FF2B5EF4-FFF2-40B4-BE49-F238E27FC236}">
                <a16:creationId xmlns:a16="http://schemas.microsoft.com/office/drawing/2014/main" id="{C9AC0290-4702-4519-B0F4-C2A4688099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086" y="5618770"/>
            <a:ext cx="105156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DE42378B-2E28-4810-8421-7A473A40E3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a:extLst>
              <a:ext uri="{FF2B5EF4-FFF2-40B4-BE49-F238E27FC236}">
                <a16:creationId xmlns:a16="http://schemas.microsoft.com/office/drawing/2014/main" id="{0D91DD17-237F-4811-BC0E-128EB1BD7C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7" name="Chart 6">
            <a:extLst>
              <a:ext uri="{FF2B5EF4-FFF2-40B4-BE49-F238E27FC236}">
                <a16:creationId xmlns:a16="http://schemas.microsoft.com/office/drawing/2014/main" id="{4C6F1D99-5F30-4D8A-8E6F-3EA610155B4C}"/>
              </a:ext>
            </a:extLst>
          </p:cNvPr>
          <p:cNvGraphicFramePr/>
          <p:nvPr>
            <p:extLst>
              <p:ext uri="{D42A27DB-BD31-4B8C-83A1-F6EECF244321}">
                <p14:modId xmlns:p14="http://schemas.microsoft.com/office/powerpoint/2010/main" val="2016869558"/>
              </p:ext>
            </p:extLst>
          </p:nvPr>
        </p:nvGraphicFramePr>
        <p:xfrm>
          <a:off x="635457" y="640080"/>
          <a:ext cx="10916463" cy="360273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52948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Rectangle 26">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2" name="Rectangle 28">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43" name="Straight Connector 30">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32">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CF5850-26C9-42AF-85C5-6A692C2F8C22}"/>
              </a:ext>
            </a:extLst>
          </p:cNvPr>
          <p:cNvSpPr>
            <a:spLocks noGrp="1"/>
          </p:cNvSpPr>
          <p:nvPr>
            <p:ph type="title"/>
          </p:nvPr>
        </p:nvSpPr>
        <p:spPr>
          <a:xfrm>
            <a:off x="8141110" y="639097"/>
            <a:ext cx="3401961" cy="3686015"/>
          </a:xfrm>
        </p:spPr>
        <p:txBody>
          <a:bodyPr vert="horz" lIns="91440" tIns="45720" rIns="91440" bIns="45720" rtlCol="0" anchor="b">
            <a:normAutofit/>
          </a:bodyPr>
          <a:lstStyle/>
          <a:p>
            <a:r>
              <a:rPr lang="en-US" sz="6100">
                <a:solidFill>
                  <a:schemeClr val="tx1">
                    <a:lumMod val="85000"/>
                    <a:lumOff val="15000"/>
                  </a:schemeClr>
                </a:solidFill>
              </a:rPr>
              <a:t>Questions</a:t>
            </a:r>
          </a:p>
        </p:txBody>
      </p:sp>
      <p:pic>
        <p:nvPicPr>
          <p:cNvPr id="5" name="Content Placeholder 4">
            <a:extLst>
              <a:ext uri="{FF2B5EF4-FFF2-40B4-BE49-F238E27FC236}">
                <a16:creationId xmlns:a16="http://schemas.microsoft.com/office/drawing/2014/main" id="{68A40CBA-6350-4FA1-8AC3-2BF16273DC81}"/>
              </a:ext>
            </a:extLst>
          </p:cNvPr>
          <p:cNvPicPr>
            <a:picLocks noGrp="1" noChangeAspect="1"/>
          </p:cNvPicPr>
          <p:nvPr>
            <p:ph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563029" y="640081"/>
            <a:ext cx="5054156" cy="5054156"/>
          </a:xfrm>
          <a:prstGeom prst="rect">
            <a:avLst/>
          </a:prstGeom>
        </p:spPr>
      </p:pic>
      <p:cxnSp>
        <p:nvCxnSpPr>
          <p:cNvPr id="45" name="Straight Connector 34">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46" name="Rectangle 36">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7" name="Rectangle 38">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0766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tint val="90000"/>
            <a:shade val="97000"/>
            <a:satMod val="130000"/>
          </a:schemeClr>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8DD82D3-D002-45B0-B16A-82B3DA4EFD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C547C5-A65E-48CB-870C-C83F9E2CCFE8}"/>
              </a:ext>
            </a:extLst>
          </p:cNvPr>
          <p:cNvSpPr>
            <a:spLocks noGrp="1"/>
          </p:cNvSpPr>
          <p:nvPr>
            <p:ph type="title"/>
          </p:nvPr>
        </p:nvSpPr>
        <p:spPr>
          <a:xfrm>
            <a:off x="949047" y="643466"/>
            <a:ext cx="2771273" cy="5225627"/>
          </a:xfrm>
        </p:spPr>
        <p:txBody>
          <a:bodyPr anchor="ctr">
            <a:normAutofit/>
          </a:bodyPr>
          <a:lstStyle/>
          <a:p>
            <a:r>
              <a:rPr lang="en-US" sz="3600"/>
              <a:t>References</a:t>
            </a:r>
            <a:endParaRPr lang="en-US" sz="3600" dirty="0"/>
          </a:p>
        </p:txBody>
      </p:sp>
      <p:cxnSp>
        <p:nvCxnSpPr>
          <p:cNvPr id="23" name="Straight Connector 22">
            <a:extLst>
              <a:ext uri="{FF2B5EF4-FFF2-40B4-BE49-F238E27FC236}">
                <a16:creationId xmlns:a16="http://schemas.microsoft.com/office/drawing/2014/main" id="{9F09C252-16FE-4557-AD6D-BB5CA77349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42053" y="1570271"/>
            <a:ext cx="0" cy="3200400"/>
          </a:xfrm>
          <a:prstGeom prst="line">
            <a:avLst/>
          </a:prstGeom>
          <a:ln w="31750">
            <a:solidFill>
              <a:schemeClr val="accent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C936657-1ADF-4591-8F11-E1EBDF6D47C5}"/>
              </a:ext>
            </a:extLst>
          </p:cNvPr>
          <p:cNvSpPr>
            <a:spLocks noGrp="1"/>
          </p:cNvSpPr>
          <p:nvPr>
            <p:ph idx="1"/>
          </p:nvPr>
        </p:nvSpPr>
        <p:spPr>
          <a:xfrm>
            <a:off x="4351019" y="643466"/>
            <a:ext cx="6895973" cy="5225628"/>
          </a:xfrm>
        </p:spPr>
        <p:txBody>
          <a:bodyPr anchor="ctr">
            <a:normAutofit/>
          </a:bodyPr>
          <a:lstStyle/>
          <a:p>
            <a:r>
              <a:rPr lang="en-US" sz="1300" dirty="0"/>
              <a:t>All Photos shown were from unknown author’s and licensed under CC BY-ND or CC BY-SA.</a:t>
            </a:r>
          </a:p>
          <a:p>
            <a:r>
              <a:rPr lang="en-US" sz="1300" dirty="0"/>
              <a:t>ALLHDD. (2018). WS-C3850-48P-S Cisco Catalyst 3850 48 Port PoE IP Base. New Bulk Pack. Retrieved from https://www.allhdd.com/networking/switch/48-port/ws-c3850-48p-s-cisco-catalyst-3850-48-port-poe-ip-base.-new-bulk-pack./?src=ggl&amp;gclid=EAIaIQobChMI3cmHkZP23gIVqh6tBh2wxgXuEAQYAiABEgJnz_D_BwE</a:t>
            </a:r>
          </a:p>
          <a:p>
            <a:r>
              <a:rPr lang="en-US" sz="1300" dirty="0"/>
              <a:t>Avast Software Inc.. (2018). Avast Business Antivirus Pro Plus. Retrieved from https://www.avast.com/en-us/business/products/business-antivirus-pro-plus</a:t>
            </a:r>
          </a:p>
          <a:p>
            <a:r>
              <a:rPr lang="en-US" sz="1300" dirty="0"/>
              <a:t>Fixr. (2018). Hardwired Computer Network Cost. Retrieved from https://www.fixr.com/costs/hardwired-computer-network</a:t>
            </a:r>
          </a:p>
          <a:p>
            <a:r>
              <a:rPr lang="en-US" sz="1300" dirty="0"/>
              <a:t>Gildred, J. (2018, May 14). 5 Best Affordable Servers for Small Businesses. Retrieved from https://www.cloudwards.net/best-small-business-server/</a:t>
            </a:r>
          </a:p>
          <a:p>
            <a:r>
              <a:rPr lang="en-US" sz="1300" dirty="0"/>
              <a:t>Hyde, P. (2018, November 23). The 7 Best Small Business Routers to Buy in 2018. Retrieved from https://www.thebalancesmb.com/best-small-business-routers-4171956</a:t>
            </a:r>
          </a:p>
          <a:p>
            <a:r>
              <a:rPr lang="en-US" sz="1300" dirty="0"/>
              <a:t>Kaleem, Z. (2017, May 18). How to Estimate Number of Access Points Needed for WiFi Projects. Retrieved from https://www.accessagility.com/blog/how-to-estimate-number-of-access-points-needed</a:t>
            </a:r>
          </a:p>
          <a:p>
            <a:r>
              <a:rPr lang="en-US" sz="1300" dirty="0"/>
              <a:t>Linksys. (2018). Linksys LAPN600 Business Access Point Wireless Wi-Fi Dual Band 2.4 + 5GHz N600 with PoE. Retrieved from https://www.linksys.com/us/p/P-LAPN600/</a:t>
            </a:r>
          </a:p>
          <a:p>
            <a:r>
              <a:rPr lang="en-US" sz="1300" dirty="0"/>
              <a:t>Thompson, E. (2017, June 18). How Much Should a Business Computer Cost? Retrieved from https://www.business.org/finance/cost-management/much-computer-cost/</a:t>
            </a:r>
          </a:p>
          <a:p>
            <a:endParaRPr lang="en-US" sz="1300" dirty="0"/>
          </a:p>
          <a:p>
            <a:endParaRPr lang="en-US" sz="1300" dirty="0"/>
          </a:p>
        </p:txBody>
      </p:sp>
      <p:sp>
        <p:nvSpPr>
          <p:cNvPr id="25" name="Rectangle 24">
            <a:extLst>
              <a:ext uri="{FF2B5EF4-FFF2-40B4-BE49-F238E27FC236}">
                <a16:creationId xmlns:a16="http://schemas.microsoft.com/office/drawing/2014/main" id="{4C15B19B-E7BB-4060-B12F-3CDA8EF16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336792"/>
            <a:ext cx="12188825" cy="521208"/>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7912967"/>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1366</Words>
  <Application>Microsoft Office PowerPoint</Application>
  <PresentationFormat>Widescreen</PresentationFormat>
  <Paragraphs>74</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PMingLiU-ExtB</vt:lpstr>
      <vt:lpstr>Calibri</vt:lpstr>
      <vt:lpstr>Calibri Light</vt:lpstr>
      <vt:lpstr>Wingdings</vt:lpstr>
      <vt:lpstr>Retrospect</vt:lpstr>
      <vt:lpstr>Future Tech Network</vt:lpstr>
      <vt:lpstr>Key Points</vt:lpstr>
      <vt:lpstr>Computers</vt:lpstr>
      <vt:lpstr>Software</vt:lpstr>
      <vt:lpstr>Network Hardware</vt:lpstr>
      <vt:lpstr>Network Goals</vt:lpstr>
      <vt:lpstr>Security Measures</vt:lpstr>
      <vt:lpstr>Budget</vt:lpstr>
      <vt:lpstr>Associated Costs</vt:lpstr>
      <vt:lpstr>Questions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 Tech Network</dc:title>
  <dc:creator>felicia ainslie</dc:creator>
  <cp:lastModifiedBy>Felicia Ainslie</cp:lastModifiedBy>
  <cp:revision>5</cp:revision>
  <dcterms:created xsi:type="dcterms:W3CDTF">2018-12-24T00:22:57Z</dcterms:created>
  <dcterms:modified xsi:type="dcterms:W3CDTF">2021-07-31T05:11:54Z</dcterms:modified>
</cp:coreProperties>
</file>