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9" r:id="rId1"/>
  </p:sldMasterIdLst>
  <p:notesMasterIdLst>
    <p:notesMasterId r:id="rId19"/>
  </p:notesMasterIdLst>
  <p:sldIdLst>
    <p:sldId id="256" r:id="rId2"/>
    <p:sldId id="257" r:id="rId3"/>
    <p:sldId id="259" r:id="rId4"/>
    <p:sldId id="273" r:id="rId5"/>
    <p:sldId id="274" r:id="rId6"/>
    <p:sldId id="260" r:id="rId7"/>
    <p:sldId id="261" r:id="rId8"/>
    <p:sldId id="272" r:id="rId9"/>
    <p:sldId id="275" r:id="rId10"/>
    <p:sldId id="262" r:id="rId11"/>
    <p:sldId id="269" r:id="rId12"/>
    <p:sldId id="267" r:id="rId13"/>
    <p:sldId id="268" r:id="rId14"/>
    <p:sldId id="263" r:id="rId15"/>
    <p:sldId id="265" r:id="rId16"/>
    <p:sldId id="266"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B14C"/>
    <a:srgbClr val="53CB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32" autoAdjust="0"/>
    <p:restoredTop sz="89796" autoAdjust="0"/>
  </p:normalViewPr>
  <p:slideViewPr>
    <p:cSldViewPr snapToGrid="0">
      <p:cViewPr varScale="1">
        <p:scale>
          <a:sx n="78" d="100"/>
          <a:sy n="78" d="100"/>
        </p:scale>
        <p:origin x="96"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ata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ata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svg"/><Relationship Id="rId1" Type="http://schemas.openxmlformats.org/officeDocument/2006/relationships/image" Target="../media/image31.png"/><Relationship Id="rId4" Type="http://schemas.openxmlformats.org/officeDocument/2006/relationships/image" Target="../media/image3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6DC5B8-678C-40CA-86A1-470169975B6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EE9BCC6-0436-4E50-9F2F-CC72D02CB8FF}">
      <dgm:prSet/>
      <dgm:spPr/>
      <dgm:t>
        <a:bodyPr/>
        <a:lstStyle/>
        <a:p>
          <a:r>
            <a:rPr lang="en-US" dirty="0"/>
            <a:t>Remote work</a:t>
          </a:r>
        </a:p>
      </dgm:t>
    </dgm:pt>
    <dgm:pt modelId="{6366E573-101D-469E-97E6-AF556A1D2912}" type="parTrans" cxnId="{3736DA9B-7B3E-4035-BF16-7BD9802A6B49}">
      <dgm:prSet/>
      <dgm:spPr/>
      <dgm:t>
        <a:bodyPr/>
        <a:lstStyle/>
        <a:p>
          <a:endParaRPr lang="en-US"/>
        </a:p>
      </dgm:t>
    </dgm:pt>
    <dgm:pt modelId="{68B9C22E-D052-4FA6-B04A-FA3FF8093105}" type="sibTrans" cxnId="{3736DA9B-7B3E-4035-BF16-7BD9802A6B49}">
      <dgm:prSet/>
      <dgm:spPr/>
      <dgm:t>
        <a:bodyPr/>
        <a:lstStyle/>
        <a:p>
          <a:endParaRPr lang="en-US"/>
        </a:p>
      </dgm:t>
    </dgm:pt>
    <dgm:pt modelId="{C8BA0020-2DCE-44C1-8552-D12675ED2A9B}">
      <dgm:prSet custT="1"/>
      <dgm:spPr/>
      <dgm:t>
        <a:bodyPr/>
        <a:lstStyle/>
        <a:p>
          <a:r>
            <a:rPr lang="en-US" sz="1800" dirty="0"/>
            <a:t>Security from anywhere</a:t>
          </a:r>
        </a:p>
      </dgm:t>
    </dgm:pt>
    <dgm:pt modelId="{4A276908-905D-435C-A23B-D08EC0F4371E}" type="parTrans" cxnId="{200B46E1-0FD3-462C-A007-49181FE0AD77}">
      <dgm:prSet/>
      <dgm:spPr/>
      <dgm:t>
        <a:bodyPr/>
        <a:lstStyle/>
        <a:p>
          <a:endParaRPr lang="en-US"/>
        </a:p>
      </dgm:t>
    </dgm:pt>
    <dgm:pt modelId="{4D04CA8E-40BF-43AF-BECC-D07524F45392}" type="sibTrans" cxnId="{200B46E1-0FD3-462C-A007-49181FE0AD77}">
      <dgm:prSet/>
      <dgm:spPr/>
      <dgm:t>
        <a:bodyPr/>
        <a:lstStyle/>
        <a:p>
          <a:endParaRPr lang="en-US"/>
        </a:p>
      </dgm:t>
    </dgm:pt>
    <dgm:pt modelId="{B7417A94-9A31-4AD0-8F18-CA7582AFCE95}">
      <dgm:prSet custT="1"/>
      <dgm:spPr/>
      <dgm:t>
        <a:bodyPr/>
        <a:lstStyle/>
        <a:p>
          <a:r>
            <a:rPr lang="en-US" sz="1800" dirty="0"/>
            <a:t>Reduce carbon footprint</a:t>
          </a:r>
        </a:p>
      </dgm:t>
    </dgm:pt>
    <dgm:pt modelId="{64FCB828-8E17-47FE-BB7C-3EE962B98D1A}" type="parTrans" cxnId="{3BE38AE2-6B24-4D78-A79A-AE555301B99D}">
      <dgm:prSet/>
      <dgm:spPr/>
      <dgm:t>
        <a:bodyPr/>
        <a:lstStyle/>
        <a:p>
          <a:endParaRPr lang="en-US"/>
        </a:p>
      </dgm:t>
    </dgm:pt>
    <dgm:pt modelId="{1958131D-1962-46F4-AE10-875424D4357E}" type="sibTrans" cxnId="{3BE38AE2-6B24-4D78-A79A-AE555301B99D}">
      <dgm:prSet/>
      <dgm:spPr/>
      <dgm:t>
        <a:bodyPr/>
        <a:lstStyle/>
        <a:p>
          <a:endParaRPr lang="en-US"/>
        </a:p>
      </dgm:t>
    </dgm:pt>
    <dgm:pt modelId="{23752F4A-2336-4DE0-B7FA-FEC891623C7F}">
      <dgm:prSet custT="1"/>
      <dgm:spPr/>
      <dgm:t>
        <a:bodyPr/>
        <a:lstStyle/>
        <a:p>
          <a:r>
            <a:rPr lang="en-US" sz="1800" dirty="0"/>
            <a:t>Remain competitive</a:t>
          </a:r>
        </a:p>
      </dgm:t>
    </dgm:pt>
    <dgm:pt modelId="{F1872DB6-A5F7-45AF-B340-52583AA4926F}" type="parTrans" cxnId="{B53E5582-522F-4897-BF17-0B55A77D48B2}">
      <dgm:prSet/>
      <dgm:spPr/>
      <dgm:t>
        <a:bodyPr/>
        <a:lstStyle/>
        <a:p>
          <a:endParaRPr lang="en-US"/>
        </a:p>
      </dgm:t>
    </dgm:pt>
    <dgm:pt modelId="{5A221626-D754-49AF-B157-373698FD118E}" type="sibTrans" cxnId="{B53E5582-522F-4897-BF17-0B55A77D48B2}">
      <dgm:prSet/>
      <dgm:spPr/>
      <dgm:t>
        <a:bodyPr/>
        <a:lstStyle/>
        <a:p>
          <a:endParaRPr lang="en-US"/>
        </a:p>
      </dgm:t>
    </dgm:pt>
    <dgm:pt modelId="{3139E73D-71AB-47FF-B718-022F3F314632}" type="pres">
      <dgm:prSet presAssocID="{1B6DC5B8-678C-40CA-86A1-470169975B66}" presName="root" presStyleCnt="0">
        <dgm:presLayoutVars>
          <dgm:dir/>
          <dgm:resizeHandles val="exact"/>
        </dgm:presLayoutVars>
      </dgm:prSet>
      <dgm:spPr/>
    </dgm:pt>
    <dgm:pt modelId="{223A0D3A-CF2B-4DCA-8BE3-1E66199C9691}" type="pres">
      <dgm:prSet presAssocID="{AEE9BCC6-0436-4E50-9F2F-CC72D02CB8FF}" presName="compNode" presStyleCnt="0"/>
      <dgm:spPr/>
    </dgm:pt>
    <dgm:pt modelId="{B88886CA-C8D1-488C-AF8C-F07BC71FD114}" type="pres">
      <dgm:prSet presAssocID="{AEE9BCC6-0436-4E50-9F2F-CC72D02CB8FF}" presName="bgRect" presStyleLbl="bgShp" presStyleIdx="0" presStyleCnt="4"/>
      <dgm:spPr/>
    </dgm:pt>
    <dgm:pt modelId="{709C8E3D-0DDD-4849-A67F-1253737E12CA}" type="pres">
      <dgm:prSet presAssocID="{AEE9BCC6-0436-4E50-9F2F-CC72D02CB8F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E0E3BEE9-6978-4031-BA9E-AE4304AD34FB}" type="pres">
      <dgm:prSet presAssocID="{AEE9BCC6-0436-4E50-9F2F-CC72D02CB8FF}" presName="spaceRect" presStyleCnt="0"/>
      <dgm:spPr/>
    </dgm:pt>
    <dgm:pt modelId="{C2A8FAD1-F5C9-4EBF-8136-094856985656}" type="pres">
      <dgm:prSet presAssocID="{AEE9BCC6-0436-4E50-9F2F-CC72D02CB8FF}" presName="parTx" presStyleLbl="revTx" presStyleIdx="0" presStyleCnt="4">
        <dgm:presLayoutVars>
          <dgm:chMax val="0"/>
          <dgm:chPref val="0"/>
        </dgm:presLayoutVars>
      </dgm:prSet>
      <dgm:spPr/>
    </dgm:pt>
    <dgm:pt modelId="{2F09D61F-C323-4A8C-982B-7D1C4B63599C}" type="pres">
      <dgm:prSet presAssocID="{68B9C22E-D052-4FA6-B04A-FA3FF8093105}" presName="sibTrans" presStyleCnt="0"/>
      <dgm:spPr/>
    </dgm:pt>
    <dgm:pt modelId="{39C7A3B7-C195-4BDB-8628-D06EE7BF6EA2}" type="pres">
      <dgm:prSet presAssocID="{C8BA0020-2DCE-44C1-8552-D12675ED2A9B}" presName="compNode" presStyleCnt="0"/>
      <dgm:spPr/>
    </dgm:pt>
    <dgm:pt modelId="{2D71B475-4640-4061-ADF3-C3A3E56A64CF}" type="pres">
      <dgm:prSet presAssocID="{C8BA0020-2DCE-44C1-8552-D12675ED2A9B}" presName="bgRect" presStyleLbl="bgShp" presStyleIdx="1" presStyleCnt="4"/>
      <dgm:spPr/>
    </dgm:pt>
    <dgm:pt modelId="{FAC58833-A721-4839-AD62-0E4B681AFF6F}" type="pres">
      <dgm:prSet presAssocID="{C8BA0020-2DCE-44C1-8552-D12675ED2A9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27CF8FFB-4B85-43B5-8B6D-B5F2BEA9EC24}" type="pres">
      <dgm:prSet presAssocID="{C8BA0020-2DCE-44C1-8552-D12675ED2A9B}" presName="spaceRect" presStyleCnt="0"/>
      <dgm:spPr/>
    </dgm:pt>
    <dgm:pt modelId="{0D4112DB-5255-4C64-A158-08DFA3E0DECA}" type="pres">
      <dgm:prSet presAssocID="{C8BA0020-2DCE-44C1-8552-D12675ED2A9B}" presName="parTx" presStyleLbl="revTx" presStyleIdx="1" presStyleCnt="4">
        <dgm:presLayoutVars>
          <dgm:chMax val="0"/>
          <dgm:chPref val="0"/>
        </dgm:presLayoutVars>
      </dgm:prSet>
      <dgm:spPr/>
    </dgm:pt>
    <dgm:pt modelId="{0D329C17-958C-45F5-AB03-18B9AAC62DD3}" type="pres">
      <dgm:prSet presAssocID="{4D04CA8E-40BF-43AF-BECC-D07524F45392}" presName="sibTrans" presStyleCnt="0"/>
      <dgm:spPr/>
    </dgm:pt>
    <dgm:pt modelId="{6A1CB5D3-5594-41F5-9834-8D6F1D709546}" type="pres">
      <dgm:prSet presAssocID="{B7417A94-9A31-4AD0-8F18-CA7582AFCE95}" presName="compNode" presStyleCnt="0"/>
      <dgm:spPr/>
    </dgm:pt>
    <dgm:pt modelId="{0E4C4E4B-B4CB-4729-9422-0D13D9192CDA}" type="pres">
      <dgm:prSet presAssocID="{B7417A94-9A31-4AD0-8F18-CA7582AFCE95}" presName="bgRect" presStyleLbl="bgShp" presStyleIdx="2" presStyleCnt="4"/>
      <dgm:spPr/>
    </dgm:pt>
    <dgm:pt modelId="{CBB9124E-B04D-4477-B6E7-75463CBBAA0F}" type="pres">
      <dgm:prSet presAssocID="{B7417A94-9A31-4AD0-8F18-CA7582AFCE9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ootprint"/>
        </a:ext>
      </dgm:extLst>
    </dgm:pt>
    <dgm:pt modelId="{AE083D83-B3E8-4406-B6AE-6164FC5016D0}" type="pres">
      <dgm:prSet presAssocID="{B7417A94-9A31-4AD0-8F18-CA7582AFCE95}" presName="spaceRect" presStyleCnt="0"/>
      <dgm:spPr/>
    </dgm:pt>
    <dgm:pt modelId="{EB35FF47-C0F9-4FED-8775-EC076EFD8138}" type="pres">
      <dgm:prSet presAssocID="{B7417A94-9A31-4AD0-8F18-CA7582AFCE95}" presName="parTx" presStyleLbl="revTx" presStyleIdx="2" presStyleCnt="4">
        <dgm:presLayoutVars>
          <dgm:chMax val="0"/>
          <dgm:chPref val="0"/>
        </dgm:presLayoutVars>
      </dgm:prSet>
      <dgm:spPr/>
    </dgm:pt>
    <dgm:pt modelId="{819313FE-6FA8-45DF-B4B4-44ADB2B461C0}" type="pres">
      <dgm:prSet presAssocID="{1958131D-1962-46F4-AE10-875424D4357E}" presName="sibTrans" presStyleCnt="0"/>
      <dgm:spPr/>
    </dgm:pt>
    <dgm:pt modelId="{29A99669-93E4-4BCB-B89D-E3E3A379D828}" type="pres">
      <dgm:prSet presAssocID="{23752F4A-2336-4DE0-B7FA-FEC891623C7F}" presName="compNode" presStyleCnt="0"/>
      <dgm:spPr/>
    </dgm:pt>
    <dgm:pt modelId="{1B468265-A33F-4E0F-8BE9-7A798B41039A}" type="pres">
      <dgm:prSet presAssocID="{23752F4A-2336-4DE0-B7FA-FEC891623C7F}" presName="bgRect" presStyleLbl="bgShp" presStyleIdx="3" presStyleCnt="4"/>
      <dgm:spPr/>
    </dgm:pt>
    <dgm:pt modelId="{7A766BD1-811A-47CA-8DFE-2E5A5A224DC7}" type="pres">
      <dgm:prSet presAssocID="{23752F4A-2336-4DE0-B7FA-FEC891623C7F}"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mark"/>
        </a:ext>
      </dgm:extLst>
    </dgm:pt>
    <dgm:pt modelId="{A4C3958A-4B68-4999-8A21-B4F791570CCC}" type="pres">
      <dgm:prSet presAssocID="{23752F4A-2336-4DE0-B7FA-FEC891623C7F}" presName="spaceRect" presStyleCnt="0"/>
      <dgm:spPr/>
    </dgm:pt>
    <dgm:pt modelId="{03C0E36B-AE32-47BF-A20A-FC47F1349EDC}" type="pres">
      <dgm:prSet presAssocID="{23752F4A-2336-4DE0-B7FA-FEC891623C7F}" presName="parTx" presStyleLbl="revTx" presStyleIdx="3" presStyleCnt="4">
        <dgm:presLayoutVars>
          <dgm:chMax val="0"/>
          <dgm:chPref val="0"/>
        </dgm:presLayoutVars>
      </dgm:prSet>
      <dgm:spPr/>
    </dgm:pt>
  </dgm:ptLst>
  <dgm:cxnLst>
    <dgm:cxn modelId="{CF1DBE11-65C9-467E-B0D8-4827465109D5}" type="presOf" srcId="{23752F4A-2336-4DE0-B7FA-FEC891623C7F}" destId="{03C0E36B-AE32-47BF-A20A-FC47F1349EDC}" srcOrd="0" destOrd="0" presId="urn:microsoft.com/office/officeart/2018/2/layout/IconVerticalSolidList"/>
    <dgm:cxn modelId="{4C274560-370E-4473-8187-5C4EC34C4E57}" type="presOf" srcId="{B7417A94-9A31-4AD0-8F18-CA7582AFCE95}" destId="{EB35FF47-C0F9-4FED-8775-EC076EFD8138}" srcOrd="0" destOrd="0" presId="urn:microsoft.com/office/officeart/2018/2/layout/IconVerticalSolidList"/>
    <dgm:cxn modelId="{2719156E-17A0-42DA-8678-20FDACC5C955}" type="presOf" srcId="{1B6DC5B8-678C-40CA-86A1-470169975B66}" destId="{3139E73D-71AB-47FF-B718-022F3F314632}" srcOrd="0" destOrd="0" presId="urn:microsoft.com/office/officeart/2018/2/layout/IconVerticalSolidList"/>
    <dgm:cxn modelId="{B53E5582-522F-4897-BF17-0B55A77D48B2}" srcId="{1B6DC5B8-678C-40CA-86A1-470169975B66}" destId="{23752F4A-2336-4DE0-B7FA-FEC891623C7F}" srcOrd="3" destOrd="0" parTransId="{F1872DB6-A5F7-45AF-B340-52583AA4926F}" sibTransId="{5A221626-D754-49AF-B157-373698FD118E}"/>
    <dgm:cxn modelId="{3736DA9B-7B3E-4035-BF16-7BD9802A6B49}" srcId="{1B6DC5B8-678C-40CA-86A1-470169975B66}" destId="{AEE9BCC6-0436-4E50-9F2F-CC72D02CB8FF}" srcOrd="0" destOrd="0" parTransId="{6366E573-101D-469E-97E6-AF556A1D2912}" sibTransId="{68B9C22E-D052-4FA6-B04A-FA3FF8093105}"/>
    <dgm:cxn modelId="{A90E56A6-1379-4643-B093-1F71C05DA3AE}" type="presOf" srcId="{C8BA0020-2DCE-44C1-8552-D12675ED2A9B}" destId="{0D4112DB-5255-4C64-A158-08DFA3E0DECA}" srcOrd="0" destOrd="0" presId="urn:microsoft.com/office/officeart/2018/2/layout/IconVerticalSolidList"/>
    <dgm:cxn modelId="{200B46E1-0FD3-462C-A007-49181FE0AD77}" srcId="{1B6DC5B8-678C-40CA-86A1-470169975B66}" destId="{C8BA0020-2DCE-44C1-8552-D12675ED2A9B}" srcOrd="1" destOrd="0" parTransId="{4A276908-905D-435C-A23B-D08EC0F4371E}" sibTransId="{4D04CA8E-40BF-43AF-BECC-D07524F45392}"/>
    <dgm:cxn modelId="{3BE38AE2-6B24-4D78-A79A-AE555301B99D}" srcId="{1B6DC5B8-678C-40CA-86A1-470169975B66}" destId="{B7417A94-9A31-4AD0-8F18-CA7582AFCE95}" srcOrd="2" destOrd="0" parTransId="{64FCB828-8E17-47FE-BB7C-3EE962B98D1A}" sibTransId="{1958131D-1962-46F4-AE10-875424D4357E}"/>
    <dgm:cxn modelId="{1D07EBF6-22AD-4BAB-ACA3-EF956C67CF9D}" type="presOf" srcId="{AEE9BCC6-0436-4E50-9F2F-CC72D02CB8FF}" destId="{C2A8FAD1-F5C9-4EBF-8136-094856985656}" srcOrd="0" destOrd="0" presId="urn:microsoft.com/office/officeart/2018/2/layout/IconVerticalSolidList"/>
    <dgm:cxn modelId="{DCB3BE9C-7A3B-4A8A-A2DC-DA65F6093927}" type="presParOf" srcId="{3139E73D-71AB-47FF-B718-022F3F314632}" destId="{223A0D3A-CF2B-4DCA-8BE3-1E66199C9691}" srcOrd="0" destOrd="0" presId="urn:microsoft.com/office/officeart/2018/2/layout/IconVerticalSolidList"/>
    <dgm:cxn modelId="{CA1FCC2C-E8AA-45A9-A439-7113E7EA7143}" type="presParOf" srcId="{223A0D3A-CF2B-4DCA-8BE3-1E66199C9691}" destId="{B88886CA-C8D1-488C-AF8C-F07BC71FD114}" srcOrd="0" destOrd="0" presId="urn:microsoft.com/office/officeart/2018/2/layout/IconVerticalSolidList"/>
    <dgm:cxn modelId="{FAAD5B70-BE9E-4A15-BE48-B29C628CE2DB}" type="presParOf" srcId="{223A0D3A-CF2B-4DCA-8BE3-1E66199C9691}" destId="{709C8E3D-0DDD-4849-A67F-1253737E12CA}" srcOrd="1" destOrd="0" presId="urn:microsoft.com/office/officeart/2018/2/layout/IconVerticalSolidList"/>
    <dgm:cxn modelId="{9A47C396-80A2-4D87-92EE-8356D1A50621}" type="presParOf" srcId="{223A0D3A-CF2B-4DCA-8BE3-1E66199C9691}" destId="{E0E3BEE9-6978-4031-BA9E-AE4304AD34FB}" srcOrd="2" destOrd="0" presId="urn:microsoft.com/office/officeart/2018/2/layout/IconVerticalSolidList"/>
    <dgm:cxn modelId="{9F7F27C3-9073-46D8-BEC9-A01F2B442571}" type="presParOf" srcId="{223A0D3A-CF2B-4DCA-8BE3-1E66199C9691}" destId="{C2A8FAD1-F5C9-4EBF-8136-094856985656}" srcOrd="3" destOrd="0" presId="urn:microsoft.com/office/officeart/2018/2/layout/IconVerticalSolidList"/>
    <dgm:cxn modelId="{E4C00FD5-5C63-4303-8332-9223163B40BC}" type="presParOf" srcId="{3139E73D-71AB-47FF-B718-022F3F314632}" destId="{2F09D61F-C323-4A8C-982B-7D1C4B63599C}" srcOrd="1" destOrd="0" presId="urn:microsoft.com/office/officeart/2018/2/layout/IconVerticalSolidList"/>
    <dgm:cxn modelId="{EC48ACD8-A725-4BCF-BEB1-A943D4760BDC}" type="presParOf" srcId="{3139E73D-71AB-47FF-B718-022F3F314632}" destId="{39C7A3B7-C195-4BDB-8628-D06EE7BF6EA2}" srcOrd="2" destOrd="0" presId="urn:microsoft.com/office/officeart/2018/2/layout/IconVerticalSolidList"/>
    <dgm:cxn modelId="{90B941FF-3DF2-43B4-A313-30BB9E9814F0}" type="presParOf" srcId="{39C7A3B7-C195-4BDB-8628-D06EE7BF6EA2}" destId="{2D71B475-4640-4061-ADF3-C3A3E56A64CF}" srcOrd="0" destOrd="0" presId="urn:microsoft.com/office/officeart/2018/2/layout/IconVerticalSolidList"/>
    <dgm:cxn modelId="{8A2AF1A7-4A9D-4B27-BC48-88EEDCA48403}" type="presParOf" srcId="{39C7A3B7-C195-4BDB-8628-D06EE7BF6EA2}" destId="{FAC58833-A721-4839-AD62-0E4B681AFF6F}" srcOrd="1" destOrd="0" presId="urn:microsoft.com/office/officeart/2018/2/layout/IconVerticalSolidList"/>
    <dgm:cxn modelId="{4AEB8098-E9D4-47F5-9D69-A21636C5943F}" type="presParOf" srcId="{39C7A3B7-C195-4BDB-8628-D06EE7BF6EA2}" destId="{27CF8FFB-4B85-43B5-8B6D-B5F2BEA9EC24}" srcOrd="2" destOrd="0" presId="urn:microsoft.com/office/officeart/2018/2/layout/IconVerticalSolidList"/>
    <dgm:cxn modelId="{8F093FD4-9B70-45B5-867D-AD9CC549649D}" type="presParOf" srcId="{39C7A3B7-C195-4BDB-8628-D06EE7BF6EA2}" destId="{0D4112DB-5255-4C64-A158-08DFA3E0DECA}" srcOrd="3" destOrd="0" presId="urn:microsoft.com/office/officeart/2018/2/layout/IconVerticalSolidList"/>
    <dgm:cxn modelId="{FA68E876-F1AD-4587-ADAC-108B6D5AF80E}" type="presParOf" srcId="{3139E73D-71AB-47FF-B718-022F3F314632}" destId="{0D329C17-958C-45F5-AB03-18B9AAC62DD3}" srcOrd="3" destOrd="0" presId="urn:microsoft.com/office/officeart/2018/2/layout/IconVerticalSolidList"/>
    <dgm:cxn modelId="{B9E887CF-4A10-4453-AD4F-06B06C04F9D2}" type="presParOf" srcId="{3139E73D-71AB-47FF-B718-022F3F314632}" destId="{6A1CB5D3-5594-41F5-9834-8D6F1D709546}" srcOrd="4" destOrd="0" presId="urn:microsoft.com/office/officeart/2018/2/layout/IconVerticalSolidList"/>
    <dgm:cxn modelId="{61F0D994-A2CC-47B7-8A69-D04F12BB8DE0}" type="presParOf" srcId="{6A1CB5D3-5594-41F5-9834-8D6F1D709546}" destId="{0E4C4E4B-B4CB-4729-9422-0D13D9192CDA}" srcOrd="0" destOrd="0" presId="urn:microsoft.com/office/officeart/2018/2/layout/IconVerticalSolidList"/>
    <dgm:cxn modelId="{E33A4690-E72E-47CE-B7B0-C7C30A96EA98}" type="presParOf" srcId="{6A1CB5D3-5594-41F5-9834-8D6F1D709546}" destId="{CBB9124E-B04D-4477-B6E7-75463CBBAA0F}" srcOrd="1" destOrd="0" presId="urn:microsoft.com/office/officeart/2018/2/layout/IconVerticalSolidList"/>
    <dgm:cxn modelId="{7E65A7BF-B09E-41E0-9E2D-220040CECA63}" type="presParOf" srcId="{6A1CB5D3-5594-41F5-9834-8D6F1D709546}" destId="{AE083D83-B3E8-4406-B6AE-6164FC5016D0}" srcOrd="2" destOrd="0" presId="urn:microsoft.com/office/officeart/2018/2/layout/IconVerticalSolidList"/>
    <dgm:cxn modelId="{6ED78674-6DF0-4F06-86FE-6CF5F0FF7EC3}" type="presParOf" srcId="{6A1CB5D3-5594-41F5-9834-8D6F1D709546}" destId="{EB35FF47-C0F9-4FED-8775-EC076EFD8138}" srcOrd="3" destOrd="0" presId="urn:microsoft.com/office/officeart/2018/2/layout/IconVerticalSolidList"/>
    <dgm:cxn modelId="{8F32A0D9-878E-42B5-82CA-D9C3C1A72705}" type="presParOf" srcId="{3139E73D-71AB-47FF-B718-022F3F314632}" destId="{819313FE-6FA8-45DF-B4B4-44ADB2B461C0}" srcOrd="5" destOrd="0" presId="urn:microsoft.com/office/officeart/2018/2/layout/IconVerticalSolidList"/>
    <dgm:cxn modelId="{4A9C1596-6080-40F3-A4AC-5EDBA8D602A1}" type="presParOf" srcId="{3139E73D-71AB-47FF-B718-022F3F314632}" destId="{29A99669-93E4-4BCB-B89D-E3E3A379D828}" srcOrd="6" destOrd="0" presId="urn:microsoft.com/office/officeart/2018/2/layout/IconVerticalSolidList"/>
    <dgm:cxn modelId="{A39723B4-EC6F-4E6E-A9C5-6AE4FD8B2683}" type="presParOf" srcId="{29A99669-93E4-4BCB-B89D-E3E3A379D828}" destId="{1B468265-A33F-4E0F-8BE9-7A798B41039A}" srcOrd="0" destOrd="0" presId="urn:microsoft.com/office/officeart/2018/2/layout/IconVerticalSolidList"/>
    <dgm:cxn modelId="{FF398683-C8EA-45EC-9E3B-9BA1C4DA62E0}" type="presParOf" srcId="{29A99669-93E4-4BCB-B89D-E3E3A379D828}" destId="{7A766BD1-811A-47CA-8DFE-2E5A5A224DC7}" srcOrd="1" destOrd="0" presId="urn:microsoft.com/office/officeart/2018/2/layout/IconVerticalSolidList"/>
    <dgm:cxn modelId="{AC15D7F6-06FA-472C-A059-33DDA0DC669E}" type="presParOf" srcId="{29A99669-93E4-4BCB-B89D-E3E3A379D828}" destId="{A4C3958A-4B68-4999-8A21-B4F791570CCC}" srcOrd="2" destOrd="0" presId="urn:microsoft.com/office/officeart/2018/2/layout/IconVerticalSolidList"/>
    <dgm:cxn modelId="{E1A9C7BF-6239-4261-A348-9A74218D75AD}" type="presParOf" srcId="{29A99669-93E4-4BCB-B89D-E3E3A379D828}" destId="{03C0E36B-AE32-47BF-A20A-FC47F1349EDC}"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D134D9-122A-41C6-A3C9-6A17AA4C87A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4BCB7D8-975B-4434-91A0-A273D8A459CD}">
      <dgm:prSet/>
      <dgm:spPr/>
      <dgm:t>
        <a:bodyPr/>
        <a:lstStyle/>
        <a:p>
          <a:r>
            <a:rPr lang="en-US"/>
            <a:t>Budget</a:t>
          </a:r>
        </a:p>
      </dgm:t>
    </dgm:pt>
    <dgm:pt modelId="{D670CABB-EBB3-4EC1-87D8-ED8884DE60FC}" type="parTrans" cxnId="{4BF1D5CA-80EC-4B9F-B35A-B2D915444388}">
      <dgm:prSet/>
      <dgm:spPr/>
      <dgm:t>
        <a:bodyPr/>
        <a:lstStyle/>
        <a:p>
          <a:endParaRPr lang="en-US"/>
        </a:p>
      </dgm:t>
    </dgm:pt>
    <dgm:pt modelId="{0DC31E73-2306-4667-A714-5BBA9B2DC52A}" type="sibTrans" cxnId="{4BF1D5CA-80EC-4B9F-B35A-B2D915444388}">
      <dgm:prSet/>
      <dgm:spPr/>
      <dgm:t>
        <a:bodyPr/>
        <a:lstStyle/>
        <a:p>
          <a:endParaRPr lang="en-US"/>
        </a:p>
      </dgm:t>
    </dgm:pt>
    <dgm:pt modelId="{F568769F-3387-4BE1-910A-70F6B9CED91C}">
      <dgm:prSet/>
      <dgm:spPr/>
      <dgm:t>
        <a:bodyPr/>
        <a:lstStyle/>
        <a:p>
          <a:r>
            <a:rPr lang="en-US"/>
            <a:t>Initial Estimate</a:t>
          </a:r>
        </a:p>
      </dgm:t>
    </dgm:pt>
    <dgm:pt modelId="{1A4083F2-AE32-4050-99B4-56617AFBDE74}" type="parTrans" cxnId="{AA922F5B-F563-453A-A959-279703F3FD6E}">
      <dgm:prSet/>
      <dgm:spPr/>
      <dgm:t>
        <a:bodyPr/>
        <a:lstStyle/>
        <a:p>
          <a:endParaRPr lang="en-US"/>
        </a:p>
      </dgm:t>
    </dgm:pt>
    <dgm:pt modelId="{B8C1D705-394A-46AA-9724-5505C6A7C6EC}" type="sibTrans" cxnId="{AA922F5B-F563-453A-A959-279703F3FD6E}">
      <dgm:prSet/>
      <dgm:spPr/>
      <dgm:t>
        <a:bodyPr/>
        <a:lstStyle/>
        <a:p>
          <a:endParaRPr lang="en-US"/>
        </a:p>
      </dgm:t>
    </dgm:pt>
    <dgm:pt modelId="{97BF60CF-D283-4B83-B919-D3E680E7B927}">
      <dgm:prSet/>
      <dgm:spPr/>
      <dgm:t>
        <a:bodyPr/>
        <a:lstStyle/>
        <a:p>
          <a:r>
            <a:rPr lang="en-US"/>
            <a:t>Final Cost</a:t>
          </a:r>
        </a:p>
      </dgm:t>
    </dgm:pt>
    <dgm:pt modelId="{E11550A6-07DC-4414-94FE-487B3EB28145}" type="parTrans" cxnId="{0F396581-6ABA-4F76-BFC1-DDC3D18B2007}">
      <dgm:prSet/>
      <dgm:spPr/>
      <dgm:t>
        <a:bodyPr/>
        <a:lstStyle/>
        <a:p>
          <a:endParaRPr lang="en-US"/>
        </a:p>
      </dgm:t>
    </dgm:pt>
    <dgm:pt modelId="{5AC13833-CAF7-4568-96D3-0CD48B7E9EB7}" type="sibTrans" cxnId="{0F396581-6ABA-4F76-BFC1-DDC3D18B2007}">
      <dgm:prSet/>
      <dgm:spPr/>
      <dgm:t>
        <a:bodyPr/>
        <a:lstStyle/>
        <a:p>
          <a:endParaRPr lang="en-US"/>
        </a:p>
      </dgm:t>
    </dgm:pt>
    <dgm:pt modelId="{CA89DA4A-4918-435D-9A96-F56A5E5BDD12}" type="pres">
      <dgm:prSet presAssocID="{BED134D9-122A-41C6-A3C9-6A17AA4C87A6}" presName="root" presStyleCnt="0">
        <dgm:presLayoutVars>
          <dgm:dir/>
          <dgm:resizeHandles val="exact"/>
        </dgm:presLayoutVars>
      </dgm:prSet>
      <dgm:spPr/>
    </dgm:pt>
    <dgm:pt modelId="{A6197128-4821-4ECA-94B5-7CB234F305F2}" type="pres">
      <dgm:prSet presAssocID="{54BCB7D8-975B-4434-91A0-A273D8A459CD}" presName="compNode" presStyleCnt="0"/>
      <dgm:spPr/>
    </dgm:pt>
    <dgm:pt modelId="{14941CEA-701C-4B57-BB88-54F55EAB0A54}" type="pres">
      <dgm:prSet presAssocID="{54BCB7D8-975B-4434-91A0-A273D8A459CD}" presName="bgRect" presStyleLbl="bgShp" presStyleIdx="0" presStyleCnt="3"/>
      <dgm:spPr/>
    </dgm:pt>
    <dgm:pt modelId="{6A3CB13F-EEF0-46EB-AE24-A412ECDBBEA6}" type="pres">
      <dgm:prSet presAssocID="{54BCB7D8-975B-4434-91A0-A273D8A459C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DE744AA4-7031-43ED-B946-AE360CC43EB5}" type="pres">
      <dgm:prSet presAssocID="{54BCB7D8-975B-4434-91A0-A273D8A459CD}" presName="spaceRect" presStyleCnt="0"/>
      <dgm:spPr/>
    </dgm:pt>
    <dgm:pt modelId="{B4ADA49D-111B-4F8A-A645-E364AE3385A8}" type="pres">
      <dgm:prSet presAssocID="{54BCB7D8-975B-4434-91A0-A273D8A459CD}" presName="parTx" presStyleLbl="revTx" presStyleIdx="0" presStyleCnt="3">
        <dgm:presLayoutVars>
          <dgm:chMax val="0"/>
          <dgm:chPref val="0"/>
        </dgm:presLayoutVars>
      </dgm:prSet>
      <dgm:spPr/>
    </dgm:pt>
    <dgm:pt modelId="{66FFEA08-6948-4BA2-AD7E-17E8CF4AEB6E}" type="pres">
      <dgm:prSet presAssocID="{0DC31E73-2306-4667-A714-5BBA9B2DC52A}" presName="sibTrans" presStyleCnt="0"/>
      <dgm:spPr/>
    </dgm:pt>
    <dgm:pt modelId="{5912F87A-82B8-4DEA-AEBB-F832C56199EA}" type="pres">
      <dgm:prSet presAssocID="{F568769F-3387-4BE1-910A-70F6B9CED91C}" presName="compNode" presStyleCnt="0"/>
      <dgm:spPr/>
    </dgm:pt>
    <dgm:pt modelId="{71920615-0168-4051-A33A-3DC19EB4B95B}" type="pres">
      <dgm:prSet presAssocID="{F568769F-3387-4BE1-910A-70F6B9CED91C}" presName="bgRect" presStyleLbl="bgShp" presStyleIdx="1" presStyleCnt="3"/>
      <dgm:spPr/>
    </dgm:pt>
    <dgm:pt modelId="{AADA27A0-26EF-4001-954D-5E0C399271AC}" type="pres">
      <dgm:prSet presAssocID="{F568769F-3387-4BE1-910A-70F6B9CED91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AF3B83CE-97EE-415D-BA94-1E4D9A9A93F2}" type="pres">
      <dgm:prSet presAssocID="{F568769F-3387-4BE1-910A-70F6B9CED91C}" presName="spaceRect" presStyleCnt="0"/>
      <dgm:spPr/>
    </dgm:pt>
    <dgm:pt modelId="{FD6768A5-0520-49ED-8BF9-1EE8EE001CFB}" type="pres">
      <dgm:prSet presAssocID="{F568769F-3387-4BE1-910A-70F6B9CED91C}" presName="parTx" presStyleLbl="revTx" presStyleIdx="1" presStyleCnt="3">
        <dgm:presLayoutVars>
          <dgm:chMax val="0"/>
          <dgm:chPref val="0"/>
        </dgm:presLayoutVars>
      </dgm:prSet>
      <dgm:spPr/>
    </dgm:pt>
    <dgm:pt modelId="{A127C203-5AE2-4210-8190-B267978A25CF}" type="pres">
      <dgm:prSet presAssocID="{B8C1D705-394A-46AA-9724-5505C6A7C6EC}" presName="sibTrans" presStyleCnt="0"/>
      <dgm:spPr/>
    </dgm:pt>
    <dgm:pt modelId="{05FBA9CE-3041-44C9-A217-4870F5761AB4}" type="pres">
      <dgm:prSet presAssocID="{97BF60CF-D283-4B83-B919-D3E680E7B927}" presName="compNode" presStyleCnt="0"/>
      <dgm:spPr/>
    </dgm:pt>
    <dgm:pt modelId="{EBC06153-3988-47B7-948C-B4C96AD17005}" type="pres">
      <dgm:prSet presAssocID="{97BF60CF-D283-4B83-B919-D3E680E7B927}" presName="bgRect" presStyleLbl="bgShp" presStyleIdx="2" presStyleCnt="3"/>
      <dgm:spPr/>
    </dgm:pt>
    <dgm:pt modelId="{CAF7768F-EFA7-4395-9190-73BFEDF29EA2}" type="pres">
      <dgm:prSet presAssocID="{97BF60CF-D283-4B83-B919-D3E680E7B92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ins"/>
        </a:ext>
      </dgm:extLst>
    </dgm:pt>
    <dgm:pt modelId="{8FC7665F-F6D3-4F08-BB4F-8F319523DB65}" type="pres">
      <dgm:prSet presAssocID="{97BF60CF-D283-4B83-B919-D3E680E7B927}" presName="spaceRect" presStyleCnt="0"/>
      <dgm:spPr/>
    </dgm:pt>
    <dgm:pt modelId="{A6590F83-619A-4E91-915D-810A5944C47A}" type="pres">
      <dgm:prSet presAssocID="{97BF60CF-D283-4B83-B919-D3E680E7B927}" presName="parTx" presStyleLbl="revTx" presStyleIdx="2" presStyleCnt="3">
        <dgm:presLayoutVars>
          <dgm:chMax val="0"/>
          <dgm:chPref val="0"/>
        </dgm:presLayoutVars>
      </dgm:prSet>
      <dgm:spPr/>
    </dgm:pt>
  </dgm:ptLst>
  <dgm:cxnLst>
    <dgm:cxn modelId="{AA922F5B-F563-453A-A959-279703F3FD6E}" srcId="{BED134D9-122A-41C6-A3C9-6A17AA4C87A6}" destId="{F568769F-3387-4BE1-910A-70F6B9CED91C}" srcOrd="1" destOrd="0" parTransId="{1A4083F2-AE32-4050-99B4-56617AFBDE74}" sibTransId="{B8C1D705-394A-46AA-9724-5505C6A7C6EC}"/>
    <dgm:cxn modelId="{FA43FE53-A6AB-4931-BAFA-7A2611ABF93F}" type="presOf" srcId="{97BF60CF-D283-4B83-B919-D3E680E7B927}" destId="{A6590F83-619A-4E91-915D-810A5944C47A}" srcOrd="0" destOrd="0" presId="urn:microsoft.com/office/officeart/2018/2/layout/IconVerticalSolidList"/>
    <dgm:cxn modelId="{D242EB59-89DB-4C45-8FB9-E434B999A56B}" type="presOf" srcId="{54BCB7D8-975B-4434-91A0-A273D8A459CD}" destId="{B4ADA49D-111B-4F8A-A645-E364AE3385A8}" srcOrd="0" destOrd="0" presId="urn:microsoft.com/office/officeart/2018/2/layout/IconVerticalSolidList"/>
    <dgm:cxn modelId="{0F396581-6ABA-4F76-BFC1-DDC3D18B2007}" srcId="{BED134D9-122A-41C6-A3C9-6A17AA4C87A6}" destId="{97BF60CF-D283-4B83-B919-D3E680E7B927}" srcOrd="2" destOrd="0" parTransId="{E11550A6-07DC-4414-94FE-487B3EB28145}" sibTransId="{5AC13833-CAF7-4568-96D3-0CD48B7E9EB7}"/>
    <dgm:cxn modelId="{B78DFDB1-AFAC-4DD3-9D5B-D1F956C4BF57}" type="presOf" srcId="{F568769F-3387-4BE1-910A-70F6B9CED91C}" destId="{FD6768A5-0520-49ED-8BF9-1EE8EE001CFB}" srcOrd="0" destOrd="0" presId="urn:microsoft.com/office/officeart/2018/2/layout/IconVerticalSolidList"/>
    <dgm:cxn modelId="{4BF1D5CA-80EC-4B9F-B35A-B2D915444388}" srcId="{BED134D9-122A-41C6-A3C9-6A17AA4C87A6}" destId="{54BCB7D8-975B-4434-91A0-A273D8A459CD}" srcOrd="0" destOrd="0" parTransId="{D670CABB-EBB3-4EC1-87D8-ED8884DE60FC}" sibTransId="{0DC31E73-2306-4667-A714-5BBA9B2DC52A}"/>
    <dgm:cxn modelId="{A96DD1DA-14B6-4B27-B3F2-2DE40913CCE2}" type="presOf" srcId="{BED134D9-122A-41C6-A3C9-6A17AA4C87A6}" destId="{CA89DA4A-4918-435D-9A96-F56A5E5BDD12}" srcOrd="0" destOrd="0" presId="urn:microsoft.com/office/officeart/2018/2/layout/IconVerticalSolidList"/>
    <dgm:cxn modelId="{9E485DCF-0AC9-473B-BEC6-A0120960BCAD}" type="presParOf" srcId="{CA89DA4A-4918-435D-9A96-F56A5E5BDD12}" destId="{A6197128-4821-4ECA-94B5-7CB234F305F2}" srcOrd="0" destOrd="0" presId="urn:microsoft.com/office/officeart/2018/2/layout/IconVerticalSolidList"/>
    <dgm:cxn modelId="{BA490477-030B-49DE-81A4-93A7121324D6}" type="presParOf" srcId="{A6197128-4821-4ECA-94B5-7CB234F305F2}" destId="{14941CEA-701C-4B57-BB88-54F55EAB0A54}" srcOrd="0" destOrd="0" presId="urn:microsoft.com/office/officeart/2018/2/layout/IconVerticalSolidList"/>
    <dgm:cxn modelId="{B26C0D1B-F511-4FFE-B5F5-CF48F8308A59}" type="presParOf" srcId="{A6197128-4821-4ECA-94B5-7CB234F305F2}" destId="{6A3CB13F-EEF0-46EB-AE24-A412ECDBBEA6}" srcOrd="1" destOrd="0" presId="urn:microsoft.com/office/officeart/2018/2/layout/IconVerticalSolidList"/>
    <dgm:cxn modelId="{D6F216CD-C7DD-4809-8642-51692D6CC87F}" type="presParOf" srcId="{A6197128-4821-4ECA-94B5-7CB234F305F2}" destId="{DE744AA4-7031-43ED-B946-AE360CC43EB5}" srcOrd="2" destOrd="0" presId="urn:microsoft.com/office/officeart/2018/2/layout/IconVerticalSolidList"/>
    <dgm:cxn modelId="{C9E946FD-ED9B-4620-9767-41ECADA55C1B}" type="presParOf" srcId="{A6197128-4821-4ECA-94B5-7CB234F305F2}" destId="{B4ADA49D-111B-4F8A-A645-E364AE3385A8}" srcOrd="3" destOrd="0" presId="urn:microsoft.com/office/officeart/2018/2/layout/IconVerticalSolidList"/>
    <dgm:cxn modelId="{65A8940F-99C3-45F1-8B52-3B9DE75FD989}" type="presParOf" srcId="{CA89DA4A-4918-435D-9A96-F56A5E5BDD12}" destId="{66FFEA08-6948-4BA2-AD7E-17E8CF4AEB6E}" srcOrd="1" destOrd="0" presId="urn:microsoft.com/office/officeart/2018/2/layout/IconVerticalSolidList"/>
    <dgm:cxn modelId="{DEB70B3B-9B17-4601-B42E-7DF4751D5838}" type="presParOf" srcId="{CA89DA4A-4918-435D-9A96-F56A5E5BDD12}" destId="{5912F87A-82B8-4DEA-AEBB-F832C56199EA}" srcOrd="2" destOrd="0" presId="urn:microsoft.com/office/officeart/2018/2/layout/IconVerticalSolidList"/>
    <dgm:cxn modelId="{304A2055-B7DD-4FF8-837D-44B219503B3F}" type="presParOf" srcId="{5912F87A-82B8-4DEA-AEBB-F832C56199EA}" destId="{71920615-0168-4051-A33A-3DC19EB4B95B}" srcOrd="0" destOrd="0" presId="urn:microsoft.com/office/officeart/2018/2/layout/IconVerticalSolidList"/>
    <dgm:cxn modelId="{2678E163-DE32-40BD-9710-36A012B3EC82}" type="presParOf" srcId="{5912F87A-82B8-4DEA-AEBB-F832C56199EA}" destId="{AADA27A0-26EF-4001-954D-5E0C399271AC}" srcOrd="1" destOrd="0" presId="urn:microsoft.com/office/officeart/2018/2/layout/IconVerticalSolidList"/>
    <dgm:cxn modelId="{7E5E36CC-BCEA-4056-8BFE-487B1573E574}" type="presParOf" srcId="{5912F87A-82B8-4DEA-AEBB-F832C56199EA}" destId="{AF3B83CE-97EE-415D-BA94-1E4D9A9A93F2}" srcOrd="2" destOrd="0" presId="urn:microsoft.com/office/officeart/2018/2/layout/IconVerticalSolidList"/>
    <dgm:cxn modelId="{C76338FE-0F3F-4D5E-A2B8-D035C0D46524}" type="presParOf" srcId="{5912F87A-82B8-4DEA-AEBB-F832C56199EA}" destId="{FD6768A5-0520-49ED-8BF9-1EE8EE001CFB}" srcOrd="3" destOrd="0" presId="urn:microsoft.com/office/officeart/2018/2/layout/IconVerticalSolidList"/>
    <dgm:cxn modelId="{C5A9CB54-1410-45DF-88FF-894C555FB372}" type="presParOf" srcId="{CA89DA4A-4918-435D-9A96-F56A5E5BDD12}" destId="{A127C203-5AE2-4210-8190-B267978A25CF}" srcOrd="3" destOrd="0" presId="urn:microsoft.com/office/officeart/2018/2/layout/IconVerticalSolidList"/>
    <dgm:cxn modelId="{0013BDF8-3ADC-4B03-A553-EC3B19DC1FBB}" type="presParOf" srcId="{CA89DA4A-4918-435D-9A96-F56A5E5BDD12}" destId="{05FBA9CE-3041-44C9-A217-4870F5761AB4}" srcOrd="4" destOrd="0" presId="urn:microsoft.com/office/officeart/2018/2/layout/IconVerticalSolidList"/>
    <dgm:cxn modelId="{100B29E7-BC1E-42DA-9B21-22EEBB004811}" type="presParOf" srcId="{05FBA9CE-3041-44C9-A217-4870F5761AB4}" destId="{EBC06153-3988-47B7-948C-B4C96AD17005}" srcOrd="0" destOrd="0" presId="urn:microsoft.com/office/officeart/2018/2/layout/IconVerticalSolidList"/>
    <dgm:cxn modelId="{E278E8A1-2CAF-477E-B0A4-D3C0C0A523A3}" type="presParOf" srcId="{05FBA9CE-3041-44C9-A217-4870F5761AB4}" destId="{CAF7768F-EFA7-4395-9190-73BFEDF29EA2}" srcOrd="1" destOrd="0" presId="urn:microsoft.com/office/officeart/2018/2/layout/IconVerticalSolidList"/>
    <dgm:cxn modelId="{CE34F010-2185-4FB2-986E-89E87E319F4F}" type="presParOf" srcId="{05FBA9CE-3041-44C9-A217-4870F5761AB4}" destId="{8FC7665F-F6D3-4F08-BB4F-8F319523DB65}" srcOrd="2" destOrd="0" presId="urn:microsoft.com/office/officeart/2018/2/layout/IconVerticalSolidList"/>
    <dgm:cxn modelId="{F669B9B1-2D7F-4B98-B33B-98520688CE1B}" type="presParOf" srcId="{05FBA9CE-3041-44C9-A217-4870F5761AB4}" destId="{A6590F83-619A-4E91-915D-810A5944C47A}"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C54A744-8C4A-406A-B58B-26ECC341F0F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FCF09F4E-84F7-44E9-8AD2-78DC9C9B9323}">
      <dgm:prSet/>
      <dgm:spPr/>
      <dgm:t>
        <a:bodyPr/>
        <a:lstStyle/>
        <a:p>
          <a:r>
            <a:rPr lang="en-US"/>
            <a:t>Risk Management</a:t>
          </a:r>
        </a:p>
      </dgm:t>
    </dgm:pt>
    <dgm:pt modelId="{7FC70169-EB36-416D-91E4-BC0E35ED817B}" type="parTrans" cxnId="{857B99F7-AAFA-48E4-9198-B5082057E3FE}">
      <dgm:prSet/>
      <dgm:spPr/>
      <dgm:t>
        <a:bodyPr/>
        <a:lstStyle/>
        <a:p>
          <a:endParaRPr lang="en-US"/>
        </a:p>
      </dgm:t>
    </dgm:pt>
    <dgm:pt modelId="{C53BB61F-54D8-4FDE-8129-EEEC39A51A31}" type="sibTrans" cxnId="{857B99F7-AAFA-48E4-9198-B5082057E3FE}">
      <dgm:prSet/>
      <dgm:spPr/>
      <dgm:t>
        <a:bodyPr/>
        <a:lstStyle/>
        <a:p>
          <a:endParaRPr lang="en-US"/>
        </a:p>
      </dgm:t>
    </dgm:pt>
    <dgm:pt modelId="{A8958914-69EC-4BA2-B0C8-30A6BFDF3580}">
      <dgm:prSet/>
      <dgm:spPr/>
      <dgm:t>
        <a:bodyPr/>
        <a:lstStyle/>
        <a:p>
          <a:r>
            <a:rPr lang="en-US"/>
            <a:t>Communication </a:t>
          </a:r>
        </a:p>
      </dgm:t>
    </dgm:pt>
    <dgm:pt modelId="{8AC82AC8-501E-4CFA-AAD1-E84805FBC1FA}" type="parTrans" cxnId="{CEE46C82-86FB-410C-A3B6-30B6A5B7DF8E}">
      <dgm:prSet/>
      <dgm:spPr/>
      <dgm:t>
        <a:bodyPr/>
        <a:lstStyle/>
        <a:p>
          <a:endParaRPr lang="en-US"/>
        </a:p>
      </dgm:t>
    </dgm:pt>
    <dgm:pt modelId="{911A5932-7651-4F1C-935D-A9477E88BCA0}" type="sibTrans" cxnId="{CEE46C82-86FB-410C-A3B6-30B6A5B7DF8E}">
      <dgm:prSet/>
      <dgm:spPr/>
      <dgm:t>
        <a:bodyPr/>
        <a:lstStyle/>
        <a:p>
          <a:endParaRPr lang="en-US"/>
        </a:p>
      </dgm:t>
    </dgm:pt>
    <dgm:pt modelId="{202C6D55-0F5C-48AC-AAC8-68362B5902B4}">
      <dgm:prSet/>
      <dgm:spPr/>
      <dgm:t>
        <a:bodyPr/>
        <a:lstStyle/>
        <a:p>
          <a:r>
            <a:rPr lang="en-US"/>
            <a:t>Quality </a:t>
          </a:r>
        </a:p>
      </dgm:t>
    </dgm:pt>
    <dgm:pt modelId="{7AC8E1E9-9805-4D97-AD05-C5CC586F6F83}" type="parTrans" cxnId="{8A1715C8-F4AA-4D13-B027-9572DCB364E4}">
      <dgm:prSet/>
      <dgm:spPr/>
      <dgm:t>
        <a:bodyPr/>
        <a:lstStyle/>
        <a:p>
          <a:endParaRPr lang="en-US"/>
        </a:p>
      </dgm:t>
    </dgm:pt>
    <dgm:pt modelId="{728E90AD-7703-45CA-B1AC-F0C959AB24FA}" type="sibTrans" cxnId="{8A1715C8-F4AA-4D13-B027-9572DCB364E4}">
      <dgm:prSet/>
      <dgm:spPr/>
      <dgm:t>
        <a:bodyPr/>
        <a:lstStyle/>
        <a:p>
          <a:endParaRPr lang="en-US"/>
        </a:p>
      </dgm:t>
    </dgm:pt>
    <dgm:pt modelId="{5CA6E4E4-498A-4BB7-92D9-687A64C4172B}" type="pres">
      <dgm:prSet presAssocID="{7C54A744-8C4A-406A-B58B-26ECC341F0F1}" presName="root" presStyleCnt="0">
        <dgm:presLayoutVars>
          <dgm:dir/>
          <dgm:resizeHandles val="exact"/>
        </dgm:presLayoutVars>
      </dgm:prSet>
      <dgm:spPr/>
    </dgm:pt>
    <dgm:pt modelId="{EFA9EE39-1095-4CCB-8C30-7406B8EFD391}" type="pres">
      <dgm:prSet presAssocID="{FCF09F4E-84F7-44E9-8AD2-78DC9C9B9323}" presName="compNode" presStyleCnt="0"/>
      <dgm:spPr/>
    </dgm:pt>
    <dgm:pt modelId="{B0B6C3DD-29DC-4155-981E-BF45E742A880}" type="pres">
      <dgm:prSet presAssocID="{FCF09F4E-84F7-44E9-8AD2-78DC9C9B9323}" presName="bgRect" presStyleLbl="bgShp" presStyleIdx="0" presStyleCnt="3"/>
      <dgm:spPr/>
    </dgm:pt>
    <dgm:pt modelId="{83B67475-5C2A-4936-A1FE-428AE17BE8BB}" type="pres">
      <dgm:prSet presAssocID="{FCF09F4E-84F7-44E9-8AD2-78DC9C9B932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arning"/>
        </a:ext>
      </dgm:extLst>
    </dgm:pt>
    <dgm:pt modelId="{E4B46051-FC4C-43AC-9A76-44955C0A1D7A}" type="pres">
      <dgm:prSet presAssocID="{FCF09F4E-84F7-44E9-8AD2-78DC9C9B9323}" presName="spaceRect" presStyleCnt="0"/>
      <dgm:spPr/>
    </dgm:pt>
    <dgm:pt modelId="{45FC0778-496C-441D-AB67-5EABB9369693}" type="pres">
      <dgm:prSet presAssocID="{FCF09F4E-84F7-44E9-8AD2-78DC9C9B9323}" presName="parTx" presStyleLbl="revTx" presStyleIdx="0" presStyleCnt="3">
        <dgm:presLayoutVars>
          <dgm:chMax val="0"/>
          <dgm:chPref val="0"/>
        </dgm:presLayoutVars>
      </dgm:prSet>
      <dgm:spPr/>
    </dgm:pt>
    <dgm:pt modelId="{1F713DD3-D059-4204-8778-ABF1610C57C4}" type="pres">
      <dgm:prSet presAssocID="{C53BB61F-54D8-4FDE-8129-EEEC39A51A31}" presName="sibTrans" presStyleCnt="0"/>
      <dgm:spPr/>
    </dgm:pt>
    <dgm:pt modelId="{71B419C3-FF9A-4BB7-AE05-88C4B49B630B}" type="pres">
      <dgm:prSet presAssocID="{A8958914-69EC-4BA2-B0C8-30A6BFDF3580}" presName="compNode" presStyleCnt="0"/>
      <dgm:spPr/>
    </dgm:pt>
    <dgm:pt modelId="{51376640-FA29-4604-ABBB-29EE11660D28}" type="pres">
      <dgm:prSet presAssocID="{A8958914-69EC-4BA2-B0C8-30A6BFDF3580}" presName="bgRect" presStyleLbl="bgShp" presStyleIdx="1" presStyleCnt="3"/>
      <dgm:spPr/>
    </dgm:pt>
    <dgm:pt modelId="{3066DD95-EE1D-4A25-BFC2-5293BE53ADB3}" type="pres">
      <dgm:prSet presAssocID="{A8958914-69EC-4BA2-B0C8-30A6BFDF358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elephone"/>
        </a:ext>
      </dgm:extLst>
    </dgm:pt>
    <dgm:pt modelId="{2F8A3CE9-45A3-4E16-980F-B18A6D65135F}" type="pres">
      <dgm:prSet presAssocID="{A8958914-69EC-4BA2-B0C8-30A6BFDF3580}" presName="spaceRect" presStyleCnt="0"/>
      <dgm:spPr/>
    </dgm:pt>
    <dgm:pt modelId="{BC144AE9-9DFF-45C5-A046-874E669D33B0}" type="pres">
      <dgm:prSet presAssocID="{A8958914-69EC-4BA2-B0C8-30A6BFDF3580}" presName="parTx" presStyleLbl="revTx" presStyleIdx="1" presStyleCnt="3">
        <dgm:presLayoutVars>
          <dgm:chMax val="0"/>
          <dgm:chPref val="0"/>
        </dgm:presLayoutVars>
      </dgm:prSet>
      <dgm:spPr/>
    </dgm:pt>
    <dgm:pt modelId="{E853B772-EB5F-4C6A-A09E-3D36BEF0A5F9}" type="pres">
      <dgm:prSet presAssocID="{911A5932-7651-4F1C-935D-A9477E88BCA0}" presName="sibTrans" presStyleCnt="0"/>
      <dgm:spPr/>
    </dgm:pt>
    <dgm:pt modelId="{D712DA00-21BC-4FB1-9047-625A979551D5}" type="pres">
      <dgm:prSet presAssocID="{202C6D55-0F5C-48AC-AAC8-68362B5902B4}" presName="compNode" presStyleCnt="0"/>
      <dgm:spPr/>
    </dgm:pt>
    <dgm:pt modelId="{DEC1017E-7A73-4D1C-AAAC-5594F822EA44}" type="pres">
      <dgm:prSet presAssocID="{202C6D55-0F5C-48AC-AAC8-68362B5902B4}" presName="bgRect" presStyleLbl="bgShp" presStyleIdx="2" presStyleCnt="3"/>
      <dgm:spPr/>
    </dgm:pt>
    <dgm:pt modelId="{87165177-6950-423A-99FD-C54F65BE5E66}" type="pres">
      <dgm:prSet presAssocID="{202C6D55-0F5C-48AC-AAC8-68362B5902B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D45E1446-1B2C-4C2F-87C8-DECFFB989168}" type="pres">
      <dgm:prSet presAssocID="{202C6D55-0F5C-48AC-AAC8-68362B5902B4}" presName="spaceRect" presStyleCnt="0"/>
      <dgm:spPr/>
    </dgm:pt>
    <dgm:pt modelId="{60D30E7B-9F2A-4707-AAAC-A487F7349CBF}" type="pres">
      <dgm:prSet presAssocID="{202C6D55-0F5C-48AC-AAC8-68362B5902B4}" presName="parTx" presStyleLbl="revTx" presStyleIdx="2" presStyleCnt="3">
        <dgm:presLayoutVars>
          <dgm:chMax val="0"/>
          <dgm:chPref val="0"/>
        </dgm:presLayoutVars>
      </dgm:prSet>
      <dgm:spPr/>
    </dgm:pt>
  </dgm:ptLst>
  <dgm:cxnLst>
    <dgm:cxn modelId="{C26E8418-43B9-4674-83D0-6B4D5377A25E}" type="presOf" srcId="{7C54A744-8C4A-406A-B58B-26ECC341F0F1}" destId="{5CA6E4E4-498A-4BB7-92D9-687A64C4172B}" srcOrd="0" destOrd="0" presId="urn:microsoft.com/office/officeart/2018/2/layout/IconVerticalSolidList"/>
    <dgm:cxn modelId="{95B13D45-4595-4A3D-96AC-42BFA092BF87}" type="presOf" srcId="{A8958914-69EC-4BA2-B0C8-30A6BFDF3580}" destId="{BC144AE9-9DFF-45C5-A046-874E669D33B0}" srcOrd="0" destOrd="0" presId="urn:microsoft.com/office/officeart/2018/2/layout/IconVerticalSolidList"/>
    <dgm:cxn modelId="{F49A7E6F-8FA5-400A-9547-E21E62BEBAC5}" type="presOf" srcId="{FCF09F4E-84F7-44E9-8AD2-78DC9C9B9323}" destId="{45FC0778-496C-441D-AB67-5EABB9369693}" srcOrd="0" destOrd="0" presId="urn:microsoft.com/office/officeart/2018/2/layout/IconVerticalSolidList"/>
    <dgm:cxn modelId="{CEE46C82-86FB-410C-A3B6-30B6A5B7DF8E}" srcId="{7C54A744-8C4A-406A-B58B-26ECC341F0F1}" destId="{A8958914-69EC-4BA2-B0C8-30A6BFDF3580}" srcOrd="1" destOrd="0" parTransId="{8AC82AC8-501E-4CFA-AAD1-E84805FBC1FA}" sibTransId="{911A5932-7651-4F1C-935D-A9477E88BCA0}"/>
    <dgm:cxn modelId="{11D89B9B-F799-4F4A-8E21-1A80CB16E0E5}" type="presOf" srcId="{202C6D55-0F5C-48AC-AAC8-68362B5902B4}" destId="{60D30E7B-9F2A-4707-AAAC-A487F7349CBF}" srcOrd="0" destOrd="0" presId="urn:microsoft.com/office/officeart/2018/2/layout/IconVerticalSolidList"/>
    <dgm:cxn modelId="{8A1715C8-F4AA-4D13-B027-9572DCB364E4}" srcId="{7C54A744-8C4A-406A-B58B-26ECC341F0F1}" destId="{202C6D55-0F5C-48AC-AAC8-68362B5902B4}" srcOrd="2" destOrd="0" parTransId="{7AC8E1E9-9805-4D97-AD05-C5CC586F6F83}" sibTransId="{728E90AD-7703-45CA-B1AC-F0C959AB24FA}"/>
    <dgm:cxn modelId="{857B99F7-AAFA-48E4-9198-B5082057E3FE}" srcId="{7C54A744-8C4A-406A-B58B-26ECC341F0F1}" destId="{FCF09F4E-84F7-44E9-8AD2-78DC9C9B9323}" srcOrd="0" destOrd="0" parTransId="{7FC70169-EB36-416D-91E4-BC0E35ED817B}" sibTransId="{C53BB61F-54D8-4FDE-8129-EEEC39A51A31}"/>
    <dgm:cxn modelId="{BE876DEC-C060-46E3-A2CE-88E4E0AD2D0A}" type="presParOf" srcId="{5CA6E4E4-498A-4BB7-92D9-687A64C4172B}" destId="{EFA9EE39-1095-4CCB-8C30-7406B8EFD391}" srcOrd="0" destOrd="0" presId="urn:microsoft.com/office/officeart/2018/2/layout/IconVerticalSolidList"/>
    <dgm:cxn modelId="{43594338-EF0D-4273-882B-668FFED76CC7}" type="presParOf" srcId="{EFA9EE39-1095-4CCB-8C30-7406B8EFD391}" destId="{B0B6C3DD-29DC-4155-981E-BF45E742A880}" srcOrd="0" destOrd="0" presId="urn:microsoft.com/office/officeart/2018/2/layout/IconVerticalSolidList"/>
    <dgm:cxn modelId="{7F58721D-57E0-4BDC-927E-602D1A82C04F}" type="presParOf" srcId="{EFA9EE39-1095-4CCB-8C30-7406B8EFD391}" destId="{83B67475-5C2A-4936-A1FE-428AE17BE8BB}" srcOrd="1" destOrd="0" presId="urn:microsoft.com/office/officeart/2018/2/layout/IconVerticalSolidList"/>
    <dgm:cxn modelId="{2AD6EE27-B0FF-4270-ADF4-BB450E93EE7B}" type="presParOf" srcId="{EFA9EE39-1095-4CCB-8C30-7406B8EFD391}" destId="{E4B46051-FC4C-43AC-9A76-44955C0A1D7A}" srcOrd="2" destOrd="0" presId="urn:microsoft.com/office/officeart/2018/2/layout/IconVerticalSolidList"/>
    <dgm:cxn modelId="{1260F24A-257A-4591-8B6E-57C917C9B0FD}" type="presParOf" srcId="{EFA9EE39-1095-4CCB-8C30-7406B8EFD391}" destId="{45FC0778-496C-441D-AB67-5EABB9369693}" srcOrd="3" destOrd="0" presId="urn:microsoft.com/office/officeart/2018/2/layout/IconVerticalSolidList"/>
    <dgm:cxn modelId="{083AA8DE-BA26-4A72-81E6-560EB7050C3C}" type="presParOf" srcId="{5CA6E4E4-498A-4BB7-92D9-687A64C4172B}" destId="{1F713DD3-D059-4204-8778-ABF1610C57C4}" srcOrd="1" destOrd="0" presId="urn:microsoft.com/office/officeart/2018/2/layout/IconVerticalSolidList"/>
    <dgm:cxn modelId="{D400FF70-0D30-43E0-9057-9A72BC91FD2C}" type="presParOf" srcId="{5CA6E4E4-498A-4BB7-92D9-687A64C4172B}" destId="{71B419C3-FF9A-4BB7-AE05-88C4B49B630B}" srcOrd="2" destOrd="0" presId="urn:microsoft.com/office/officeart/2018/2/layout/IconVerticalSolidList"/>
    <dgm:cxn modelId="{C4A997CD-ACB8-4559-B108-7AD0138A31C8}" type="presParOf" srcId="{71B419C3-FF9A-4BB7-AE05-88C4B49B630B}" destId="{51376640-FA29-4604-ABBB-29EE11660D28}" srcOrd="0" destOrd="0" presId="urn:microsoft.com/office/officeart/2018/2/layout/IconVerticalSolidList"/>
    <dgm:cxn modelId="{B68BB7FD-D870-4CAC-A018-D05F217227DA}" type="presParOf" srcId="{71B419C3-FF9A-4BB7-AE05-88C4B49B630B}" destId="{3066DD95-EE1D-4A25-BFC2-5293BE53ADB3}" srcOrd="1" destOrd="0" presId="urn:microsoft.com/office/officeart/2018/2/layout/IconVerticalSolidList"/>
    <dgm:cxn modelId="{EBF7C6BA-8B48-4FD2-A876-B18B3B416D53}" type="presParOf" srcId="{71B419C3-FF9A-4BB7-AE05-88C4B49B630B}" destId="{2F8A3CE9-45A3-4E16-980F-B18A6D65135F}" srcOrd="2" destOrd="0" presId="urn:microsoft.com/office/officeart/2018/2/layout/IconVerticalSolidList"/>
    <dgm:cxn modelId="{869FAE3E-5516-4BE6-94E6-9872C254DE92}" type="presParOf" srcId="{71B419C3-FF9A-4BB7-AE05-88C4B49B630B}" destId="{BC144AE9-9DFF-45C5-A046-874E669D33B0}" srcOrd="3" destOrd="0" presId="urn:microsoft.com/office/officeart/2018/2/layout/IconVerticalSolidList"/>
    <dgm:cxn modelId="{1CC3993B-59EB-407D-99C6-8B17ED33FF41}" type="presParOf" srcId="{5CA6E4E4-498A-4BB7-92D9-687A64C4172B}" destId="{E853B772-EB5F-4C6A-A09E-3D36BEF0A5F9}" srcOrd="3" destOrd="0" presId="urn:microsoft.com/office/officeart/2018/2/layout/IconVerticalSolidList"/>
    <dgm:cxn modelId="{AD823F66-9993-4DE6-8BBC-BD48A983FB37}" type="presParOf" srcId="{5CA6E4E4-498A-4BB7-92D9-687A64C4172B}" destId="{D712DA00-21BC-4FB1-9047-625A979551D5}" srcOrd="4" destOrd="0" presId="urn:microsoft.com/office/officeart/2018/2/layout/IconVerticalSolidList"/>
    <dgm:cxn modelId="{3B1B441C-B358-46CC-95FB-44509FEFB09B}" type="presParOf" srcId="{D712DA00-21BC-4FB1-9047-625A979551D5}" destId="{DEC1017E-7A73-4D1C-AAAC-5594F822EA44}" srcOrd="0" destOrd="0" presId="urn:microsoft.com/office/officeart/2018/2/layout/IconVerticalSolidList"/>
    <dgm:cxn modelId="{32B465A3-E908-4830-8560-B893910741F7}" type="presParOf" srcId="{D712DA00-21BC-4FB1-9047-625A979551D5}" destId="{87165177-6950-423A-99FD-C54F65BE5E66}" srcOrd="1" destOrd="0" presId="urn:microsoft.com/office/officeart/2018/2/layout/IconVerticalSolidList"/>
    <dgm:cxn modelId="{1BC588DC-ADC7-4D88-B6E9-92E8C54123F5}" type="presParOf" srcId="{D712DA00-21BC-4FB1-9047-625A979551D5}" destId="{D45E1446-1B2C-4C2F-87C8-DECFFB989168}" srcOrd="2" destOrd="0" presId="urn:microsoft.com/office/officeart/2018/2/layout/IconVerticalSolidList"/>
    <dgm:cxn modelId="{E260A0E6-61DE-4EA0-9EC3-B669F0585EF9}" type="presParOf" srcId="{D712DA00-21BC-4FB1-9047-625A979551D5}" destId="{60D30E7B-9F2A-4707-AAAC-A487F7349CBF}"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A3E0884-9810-4E5D-8E08-C00BFBB19833}"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95DD522E-5B25-45B4-B1EC-C6A8626A768E}">
      <dgm:prSet/>
      <dgm:spPr/>
      <dgm:t>
        <a:bodyPr/>
        <a:lstStyle/>
        <a:p>
          <a:r>
            <a:rPr lang="en-US"/>
            <a:t>Common ISP</a:t>
          </a:r>
        </a:p>
      </dgm:t>
    </dgm:pt>
    <dgm:pt modelId="{0E2C5CE9-F5DC-4AC2-9A5F-8633036112A7}" type="parTrans" cxnId="{5E2327D6-6E27-424F-8FAF-B6A78617ADEF}">
      <dgm:prSet/>
      <dgm:spPr/>
      <dgm:t>
        <a:bodyPr/>
        <a:lstStyle/>
        <a:p>
          <a:endParaRPr lang="en-US"/>
        </a:p>
      </dgm:t>
    </dgm:pt>
    <dgm:pt modelId="{0E590B4B-0B34-4CD5-A9B9-EA705E202D32}" type="sibTrans" cxnId="{5E2327D6-6E27-424F-8FAF-B6A78617ADEF}">
      <dgm:prSet/>
      <dgm:spPr/>
      <dgm:t>
        <a:bodyPr/>
        <a:lstStyle/>
        <a:p>
          <a:endParaRPr lang="en-US"/>
        </a:p>
      </dgm:t>
    </dgm:pt>
    <dgm:pt modelId="{35CBE42D-67DB-4BF8-B195-060A84A8DA0A}">
      <dgm:prSet/>
      <dgm:spPr/>
      <dgm:t>
        <a:bodyPr/>
        <a:lstStyle/>
        <a:p>
          <a:r>
            <a:rPr lang="en-US"/>
            <a:t>Backup or cross trained staff </a:t>
          </a:r>
        </a:p>
      </dgm:t>
    </dgm:pt>
    <dgm:pt modelId="{2966C854-0099-4DC3-91EF-8F89DDB9B164}" type="parTrans" cxnId="{5C54DFB5-318D-4AA3-821F-BB3FB3A10192}">
      <dgm:prSet/>
      <dgm:spPr/>
      <dgm:t>
        <a:bodyPr/>
        <a:lstStyle/>
        <a:p>
          <a:endParaRPr lang="en-US"/>
        </a:p>
      </dgm:t>
    </dgm:pt>
    <dgm:pt modelId="{301884B3-4203-4FF5-B57D-356BAA5D6A30}" type="sibTrans" cxnId="{5C54DFB5-318D-4AA3-821F-BB3FB3A10192}">
      <dgm:prSet/>
      <dgm:spPr/>
      <dgm:t>
        <a:bodyPr/>
        <a:lstStyle/>
        <a:p>
          <a:endParaRPr lang="en-US"/>
        </a:p>
      </dgm:t>
    </dgm:pt>
    <dgm:pt modelId="{4D8D01CD-3EC2-4D48-A155-0C153ADCEBEF}" type="pres">
      <dgm:prSet presAssocID="{6A3E0884-9810-4E5D-8E08-C00BFBB19833}" presName="hierChild1" presStyleCnt="0">
        <dgm:presLayoutVars>
          <dgm:chPref val="1"/>
          <dgm:dir/>
          <dgm:animOne val="branch"/>
          <dgm:animLvl val="lvl"/>
          <dgm:resizeHandles/>
        </dgm:presLayoutVars>
      </dgm:prSet>
      <dgm:spPr/>
    </dgm:pt>
    <dgm:pt modelId="{673F3FAE-5B35-4719-A8DF-C8EC5DBF1924}" type="pres">
      <dgm:prSet presAssocID="{95DD522E-5B25-45B4-B1EC-C6A8626A768E}" presName="hierRoot1" presStyleCnt="0"/>
      <dgm:spPr/>
    </dgm:pt>
    <dgm:pt modelId="{C1908509-0555-4856-885B-863A2F39D817}" type="pres">
      <dgm:prSet presAssocID="{95DD522E-5B25-45B4-B1EC-C6A8626A768E}" presName="composite" presStyleCnt="0"/>
      <dgm:spPr/>
    </dgm:pt>
    <dgm:pt modelId="{AA6F9E54-431C-4339-AFD0-B8C8D1A38224}" type="pres">
      <dgm:prSet presAssocID="{95DD522E-5B25-45B4-B1EC-C6A8626A768E}" presName="background" presStyleLbl="node0" presStyleIdx="0" presStyleCnt="2"/>
      <dgm:spPr/>
    </dgm:pt>
    <dgm:pt modelId="{7F94DB76-520B-4A19-B871-12758435678A}" type="pres">
      <dgm:prSet presAssocID="{95DD522E-5B25-45B4-B1EC-C6A8626A768E}" presName="text" presStyleLbl="fgAcc0" presStyleIdx="0" presStyleCnt="2">
        <dgm:presLayoutVars>
          <dgm:chPref val="3"/>
        </dgm:presLayoutVars>
      </dgm:prSet>
      <dgm:spPr/>
    </dgm:pt>
    <dgm:pt modelId="{B5A866B3-5BBF-45F0-964A-D9C2369F8E09}" type="pres">
      <dgm:prSet presAssocID="{95DD522E-5B25-45B4-B1EC-C6A8626A768E}" presName="hierChild2" presStyleCnt="0"/>
      <dgm:spPr/>
    </dgm:pt>
    <dgm:pt modelId="{2F941F7A-ABB8-4D34-A20C-D04C9EDFA5AC}" type="pres">
      <dgm:prSet presAssocID="{35CBE42D-67DB-4BF8-B195-060A84A8DA0A}" presName="hierRoot1" presStyleCnt="0"/>
      <dgm:spPr/>
    </dgm:pt>
    <dgm:pt modelId="{CE9302FC-C6F5-4666-A1C2-90E40F846300}" type="pres">
      <dgm:prSet presAssocID="{35CBE42D-67DB-4BF8-B195-060A84A8DA0A}" presName="composite" presStyleCnt="0"/>
      <dgm:spPr/>
    </dgm:pt>
    <dgm:pt modelId="{8C4F8DFB-D7C0-4091-92CF-00F3B2D25E97}" type="pres">
      <dgm:prSet presAssocID="{35CBE42D-67DB-4BF8-B195-060A84A8DA0A}" presName="background" presStyleLbl="node0" presStyleIdx="1" presStyleCnt="2"/>
      <dgm:spPr/>
    </dgm:pt>
    <dgm:pt modelId="{32577E54-E96D-46CD-A107-665E4FCECF9D}" type="pres">
      <dgm:prSet presAssocID="{35CBE42D-67DB-4BF8-B195-060A84A8DA0A}" presName="text" presStyleLbl="fgAcc0" presStyleIdx="1" presStyleCnt="2">
        <dgm:presLayoutVars>
          <dgm:chPref val="3"/>
        </dgm:presLayoutVars>
      </dgm:prSet>
      <dgm:spPr/>
    </dgm:pt>
    <dgm:pt modelId="{5E56E515-3A81-4657-AB83-9365F8201D17}" type="pres">
      <dgm:prSet presAssocID="{35CBE42D-67DB-4BF8-B195-060A84A8DA0A}" presName="hierChild2" presStyleCnt="0"/>
      <dgm:spPr/>
    </dgm:pt>
  </dgm:ptLst>
  <dgm:cxnLst>
    <dgm:cxn modelId="{256CBB2F-C950-4FFA-9754-AF0D33E98E97}" type="presOf" srcId="{6A3E0884-9810-4E5D-8E08-C00BFBB19833}" destId="{4D8D01CD-3EC2-4D48-A155-0C153ADCEBEF}" srcOrd="0" destOrd="0" presId="urn:microsoft.com/office/officeart/2005/8/layout/hierarchy1"/>
    <dgm:cxn modelId="{F8E8FA88-FD30-48EB-8A12-0E79C81E5070}" type="presOf" srcId="{95DD522E-5B25-45B4-B1EC-C6A8626A768E}" destId="{7F94DB76-520B-4A19-B871-12758435678A}" srcOrd="0" destOrd="0" presId="urn:microsoft.com/office/officeart/2005/8/layout/hierarchy1"/>
    <dgm:cxn modelId="{5C54DFB5-318D-4AA3-821F-BB3FB3A10192}" srcId="{6A3E0884-9810-4E5D-8E08-C00BFBB19833}" destId="{35CBE42D-67DB-4BF8-B195-060A84A8DA0A}" srcOrd="1" destOrd="0" parTransId="{2966C854-0099-4DC3-91EF-8F89DDB9B164}" sibTransId="{301884B3-4203-4FF5-B57D-356BAA5D6A30}"/>
    <dgm:cxn modelId="{5E2327D6-6E27-424F-8FAF-B6A78617ADEF}" srcId="{6A3E0884-9810-4E5D-8E08-C00BFBB19833}" destId="{95DD522E-5B25-45B4-B1EC-C6A8626A768E}" srcOrd="0" destOrd="0" parTransId="{0E2C5CE9-F5DC-4AC2-9A5F-8633036112A7}" sibTransId="{0E590B4B-0B34-4CD5-A9B9-EA705E202D32}"/>
    <dgm:cxn modelId="{1998FBF2-404F-4DAF-A538-0032EB5CE343}" type="presOf" srcId="{35CBE42D-67DB-4BF8-B195-060A84A8DA0A}" destId="{32577E54-E96D-46CD-A107-665E4FCECF9D}" srcOrd="0" destOrd="0" presId="urn:microsoft.com/office/officeart/2005/8/layout/hierarchy1"/>
    <dgm:cxn modelId="{27749D89-7E87-4DCA-B88B-3A19463ED1AC}" type="presParOf" srcId="{4D8D01CD-3EC2-4D48-A155-0C153ADCEBEF}" destId="{673F3FAE-5B35-4719-A8DF-C8EC5DBF1924}" srcOrd="0" destOrd="0" presId="urn:microsoft.com/office/officeart/2005/8/layout/hierarchy1"/>
    <dgm:cxn modelId="{0ECC63D0-2615-4918-B506-B04A5262FB36}" type="presParOf" srcId="{673F3FAE-5B35-4719-A8DF-C8EC5DBF1924}" destId="{C1908509-0555-4856-885B-863A2F39D817}" srcOrd="0" destOrd="0" presId="urn:microsoft.com/office/officeart/2005/8/layout/hierarchy1"/>
    <dgm:cxn modelId="{86DFEFE5-AA94-47D1-AB94-48C1241E9D67}" type="presParOf" srcId="{C1908509-0555-4856-885B-863A2F39D817}" destId="{AA6F9E54-431C-4339-AFD0-B8C8D1A38224}" srcOrd="0" destOrd="0" presId="urn:microsoft.com/office/officeart/2005/8/layout/hierarchy1"/>
    <dgm:cxn modelId="{EE3A3DB8-ACF6-4AEC-AAAE-F0B55E09474C}" type="presParOf" srcId="{C1908509-0555-4856-885B-863A2F39D817}" destId="{7F94DB76-520B-4A19-B871-12758435678A}" srcOrd="1" destOrd="0" presId="urn:microsoft.com/office/officeart/2005/8/layout/hierarchy1"/>
    <dgm:cxn modelId="{A4E5FEC7-44F9-458A-AE3F-DF94C99D4AB8}" type="presParOf" srcId="{673F3FAE-5B35-4719-A8DF-C8EC5DBF1924}" destId="{B5A866B3-5BBF-45F0-964A-D9C2369F8E09}" srcOrd="1" destOrd="0" presId="urn:microsoft.com/office/officeart/2005/8/layout/hierarchy1"/>
    <dgm:cxn modelId="{5B60C4A4-8FB1-4383-A0F5-B5030881B86A}" type="presParOf" srcId="{4D8D01CD-3EC2-4D48-A155-0C153ADCEBEF}" destId="{2F941F7A-ABB8-4D34-A20C-D04C9EDFA5AC}" srcOrd="1" destOrd="0" presId="urn:microsoft.com/office/officeart/2005/8/layout/hierarchy1"/>
    <dgm:cxn modelId="{D520236D-7848-4906-A387-532CA12FC3A3}" type="presParOf" srcId="{2F941F7A-ABB8-4D34-A20C-D04C9EDFA5AC}" destId="{CE9302FC-C6F5-4666-A1C2-90E40F846300}" srcOrd="0" destOrd="0" presId="urn:microsoft.com/office/officeart/2005/8/layout/hierarchy1"/>
    <dgm:cxn modelId="{67BA8F1D-F5B4-426F-AD4B-B04109509D46}" type="presParOf" srcId="{CE9302FC-C6F5-4666-A1C2-90E40F846300}" destId="{8C4F8DFB-D7C0-4091-92CF-00F3B2D25E97}" srcOrd="0" destOrd="0" presId="urn:microsoft.com/office/officeart/2005/8/layout/hierarchy1"/>
    <dgm:cxn modelId="{9953D660-86E3-4A59-B349-F9AC03D30C3D}" type="presParOf" srcId="{CE9302FC-C6F5-4666-A1C2-90E40F846300}" destId="{32577E54-E96D-46CD-A107-665E4FCECF9D}" srcOrd="1" destOrd="0" presId="urn:microsoft.com/office/officeart/2005/8/layout/hierarchy1"/>
    <dgm:cxn modelId="{E114E47A-5880-4987-ABD2-2B4A4F27F655}" type="presParOf" srcId="{2F941F7A-ABB8-4D34-A20C-D04C9EDFA5AC}" destId="{5E56E515-3A81-4657-AB83-9365F8201D17}"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9491655-D2A2-4A07-851D-367B7783A4A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5EA4794E-9E1F-4329-B5D3-71477E071C15}">
      <dgm:prSet/>
      <dgm:spPr/>
      <dgm:t>
        <a:bodyPr/>
        <a:lstStyle/>
        <a:p>
          <a:pPr>
            <a:lnSpc>
              <a:spcPct val="100000"/>
            </a:lnSpc>
          </a:pPr>
          <a:r>
            <a:rPr lang="en-US"/>
            <a:t>Communication</a:t>
          </a:r>
        </a:p>
      </dgm:t>
    </dgm:pt>
    <dgm:pt modelId="{B2BAE355-3056-4CFF-A238-E88737E6A7B5}" type="parTrans" cxnId="{9ABE03DD-734B-428C-BC41-C4F1BED3FA46}">
      <dgm:prSet/>
      <dgm:spPr/>
      <dgm:t>
        <a:bodyPr/>
        <a:lstStyle/>
        <a:p>
          <a:endParaRPr lang="en-US"/>
        </a:p>
      </dgm:t>
    </dgm:pt>
    <dgm:pt modelId="{AEEE9D6B-65C9-4A8F-A722-1F1FD9A1C6A8}" type="sibTrans" cxnId="{9ABE03DD-734B-428C-BC41-C4F1BED3FA46}">
      <dgm:prSet/>
      <dgm:spPr/>
      <dgm:t>
        <a:bodyPr/>
        <a:lstStyle/>
        <a:p>
          <a:endParaRPr lang="en-US"/>
        </a:p>
      </dgm:t>
    </dgm:pt>
    <dgm:pt modelId="{1A7B25BD-F08F-4D45-A96E-4B52FD0673EA}">
      <dgm:prSet/>
      <dgm:spPr/>
      <dgm:t>
        <a:bodyPr/>
        <a:lstStyle/>
        <a:p>
          <a:pPr>
            <a:lnSpc>
              <a:spcPct val="100000"/>
            </a:lnSpc>
          </a:pPr>
          <a:r>
            <a:rPr lang="en-US"/>
            <a:t>Preparation</a:t>
          </a:r>
        </a:p>
      </dgm:t>
    </dgm:pt>
    <dgm:pt modelId="{A5F6814B-5665-4A07-911A-E96ACC9B6626}" type="parTrans" cxnId="{395E9FF1-17E6-43A5-8D4F-1988E701C12B}">
      <dgm:prSet/>
      <dgm:spPr/>
      <dgm:t>
        <a:bodyPr/>
        <a:lstStyle/>
        <a:p>
          <a:endParaRPr lang="en-US"/>
        </a:p>
      </dgm:t>
    </dgm:pt>
    <dgm:pt modelId="{C268C644-DB48-4D4A-9971-41245F436EC1}" type="sibTrans" cxnId="{395E9FF1-17E6-43A5-8D4F-1988E701C12B}">
      <dgm:prSet/>
      <dgm:spPr/>
      <dgm:t>
        <a:bodyPr/>
        <a:lstStyle/>
        <a:p>
          <a:endParaRPr lang="en-US"/>
        </a:p>
      </dgm:t>
    </dgm:pt>
    <dgm:pt modelId="{1E03D271-7DA0-4FC0-9F78-DB6796D3CC50}">
      <dgm:prSet/>
      <dgm:spPr/>
      <dgm:t>
        <a:bodyPr/>
        <a:lstStyle/>
        <a:p>
          <a:pPr>
            <a:lnSpc>
              <a:spcPct val="100000"/>
            </a:lnSpc>
          </a:pPr>
          <a:r>
            <a:rPr lang="en-US"/>
            <a:t>Documentation</a:t>
          </a:r>
        </a:p>
      </dgm:t>
    </dgm:pt>
    <dgm:pt modelId="{88039DEF-558E-46DC-82C9-9FA7F07B6EA3}" type="parTrans" cxnId="{FE2E2771-CF68-4155-9C3B-0FBAF7D8CCF1}">
      <dgm:prSet/>
      <dgm:spPr/>
      <dgm:t>
        <a:bodyPr/>
        <a:lstStyle/>
        <a:p>
          <a:endParaRPr lang="en-US"/>
        </a:p>
      </dgm:t>
    </dgm:pt>
    <dgm:pt modelId="{D8170595-0DC1-4950-AA15-4CD8CB65B70C}" type="sibTrans" cxnId="{FE2E2771-CF68-4155-9C3B-0FBAF7D8CCF1}">
      <dgm:prSet/>
      <dgm:spPr/>
      <dgm:t>
        <a:bodyPr/>
        <a:lstStyle/>
        <a:p>
          <a:endParaRPr lang="en-US"/>
        </a:p>
      </dgm:t>
    </dgm:pt>
    <dgm:pt modelId="{A52D97DC-436B-4E99-B856-9443CCB8E05B}" type="pres">
      <dgm:prSet presAssocID="{F9491655-D2A2-4A07-851D-367B7783A4A9}" presName="root" presStyleCnt="0">
        <dgm:presLayoutVars>
          <dgm:dir/>
          <dgm:resizeHandles val="exact"/>
        </dgm:presLayoutVars>
      </dgm:prSet>
      <dgm:spPr/>
    </dgm:pt>
    <dgm:pt modelId="{8F2F2C00-72D1-4359-9C89-17C83413FEA6}" type="pres">
      <dgm:prSet presAssocID="{5EA4794E-9E1F-4329-B5D3-71477E071C15}" presName="compNode" presStyleCnt="0"/>
      <dgm:spPr/>
    </dgm:pt>
    <dgm:pt modelId="{45B6E94E-51F7-4012-8213-07A98798F8D6}" type="pres">
      <dgm:prSet presAssocID="{5EA4794E-9E1F-4329-B5D3-71477E071C1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lephone"/>
        </a:ext>
      </dgm:extLst>
    </dgm:pt>
    <dgm:pt modelId="{66D2365B-ED66-437F-90E7-765009600B4B}" type="pres">
      <dgm:prSet presAssocID="{5EA4794E-9E1F-4329-B5D3-71477E071C15}" presName="spaceRect" presStyleCnt="0"/>
      <dgm:spPr/>
    </dgm:pt>
    <dgm:pt modelId="{62BE10D3-C706-4274-9BED-A0C70A316DDB}" type="pres">
      <dgm:prSet presAssocID="{5EA4794E-9E1F-4329-B5D3-71477E071C15}" presName="textRect" presStyleLbl="revTx" presStyleIdx="0" presStyleCnt="3">
        <dgm:presLayoutVars>
          <dgm:chMax val="1"/>
          <dgm:chPref val="1"/>
        </dgm:presLayoutVars>
      </dgm:prSet>
      <dgm:spPr/>
    </dgm:pt>
    <dgm:pt modelId="{7F13C609-E787-49BF-9B58-DFBAA3134C79}" type="pres">
      <dgm:prSet presAssocID="{AEEE9D6B-65C9-4A8F-A722-1F1FD9A1C6A8}" presName="sibTrans" presStyleCnt="0"/>
      <dgm:spPr/>
    </dgm:pt>
    <dgm:pt modelId="{9090E217-C9AA-4EE0-9D45-0CF1AD9E59F1}" type="pres">
      <dgm:prSet presAssocID="{1A7B25BD-F08F-4D45-A96E-4B52FD0673EA}" presName="compNode" presStyleCnt="0"/>
      <dgm:spPr/>
    </dgm:pt>
    <dgm:pt modelId="{A2BE14A0-3277-49B8-BD96-748D9FF5A24A}" type="pres">
      <dgm:prSet presAssocID="{1A7B25BD-F08F-4D45-A96E-4B52FD0673E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BD449DD3-1B56-490A-B682-7C9FD29AC2B3}" type="pres">
      <dgm:prSet presAssocID="{1A7B25BD-F08F-4D45-A96E-4B52FD0673EA}" presName="spaceRect" presStyleCnt="0"/>
      <dgm:spPr/>
    </dgm:pt>
    <dgm:pt modelId="{1ABD8363-A494-4A2A-8866-08016D1E4CAF}" type="pres">
      <dgm:prSet presAssocID="{1A7B25BD-F08F-4D45-A96E-4B52FD0673EA}" presName="textRect" presStyleLbl="revTx" presStyleIdx="1" presStyleCnt="3">
        <dgm:presLayoutVars>
          <dgm:chMax val="1"/>
          <dgm:chPref val="1"/>
        </dgm:presLayoutVars>
      </dgm:prSet>
      <dgm:spPr/>
    </dgm:pt>
    <dgm:pt modelId="{4B8EC3C3-AF4F-43CB-A3C5-E6D873777B6D}" type="pres">
      <dgm:prSet presAssocID="{C268C644-DB48-4D4A-9971-41245F436EC1}" presName="sibTrans" presStyleCnt="0"/>
      <dgm:spPr/>
    </dgm:pt>
    <dgm:pt modelId="{D1F79CA6-DB84-4AD5-9C39-6DB95DBBB3D8}" type="pres">
      <dgm:prSet presAssocID="{1E03D271-7DA0-4FC0-9F78-DB6796D3CC50}" presName="compNode" presStyleCnt="0"/>
      <dgm:spPr/>
    </dgm:pt>
    <dgm:pt modelId="{5A4E88B4-594F-4196-B257-E44F370AF10A}" type="pres">
      <dgm:prSet presAssocID="{1E03D271-7DA0-4FC0-9F78-DB6796D3CC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20608226-2AC3-4435-B582-1F599178814C}" type="pres">
      <dgm:prSet presAssocID="{1E03D271-7DA0-4FC0-9F78-DB6796D3CC50}" presName="spaceRect" presStyleCnt="0"/>
      <dgm:spPr/>
    </dgm:pt>
    <dgm:pt modelId="{2035711A-D391-451A-A1C5-6BA05A5BAC04}" type="pres">
      <dgm:prSet presAssocID="{1E03D271-7DA0-4FC0-9F78-DB6796D3CC50}" presName="textRect" presStyleLbl="revTx" presStyleIdx="2" presStyleCnt="3">
        <dgm:presLayoutVars>
          <dgm:chMax val="1"/>
          <dgm:chPref val="1"/>
        </dgm:presLayoutVars>
      </dgm:prSet>
      <dgm:spPr/>
    </dgm:pt>
  </dgm:ptLst>
  <dgm:cxnLst>
    <dgm:cxn modelId="{6FB3AD3D-BDFF-40C1-A2D2-EB44EBE49843}" type="presOf" srcId="{1E03D271-7DA0-4FC0-9F78-DB6796D3CC50}" destId="{2035711A-D391-451A-A1C5-6BA05A5BAC04}" srcOrd="0" destOrd="0" presId="urn:microsoft.com/office/officeart/2018/2/layout/IconLabelList"/>
    <dgm:cxn modelId="{8F83B94A-E559-493E-B8EC-C94E7C5E7B52}" type="presOf" srcId="{5EA4794E-9E1F-4329-B5D3-71477E071C15}" destId="{62BE10D3-C706-4274-9BED-A0C70A316DDB}" srcOrd="0" destOrd="0" presId="urn:microsoft.com/office/officeart/2018/2/layout/IconLabelList"/>
    <dgm:cxn modelId="{FE2E2771-CF68-4155-9C3B-0FBAF7D8CCF1}" srcId="{F9491655-D2A2-4A07-851D-367B7783A4A9}" destId="{1E03D271-7DA0-4FC0-9F78-DB6796D3CC50}" srcOrd="2" destOrd="0" parTransId="{88039DEF-558E-46DC-82C9-9FA7F07B6EA3}" sibTransId="{D8170595-0DC1-4950-AA15-4CD8CB65B70C}"/>
    <dgm:cxn modelId="{AAC91054-188E-4B30-A20B-8EDF062711E2}" type="presOf" srcId="{1A7B25BD-F08F-4D45-A96E-4B52FD0673EA}" destId="{1ABD8363-A494-4A2A-8866-08016D1E4CAF}" srcOrd="0" destOrd="0" presId="urn:microsoft.com/office/officeart/2018/2/layout/IconLabelList"/>
    <dgm:cxn modelId="{8CC6779E-6C18-4345-86B5-0ADD630511F9}" type="presOf" srcId="{F9491655-D2A2-4A07-851D-367B7783A4A9}" destId="{A52D97DC-436B-4E99-B856-9443CCB8E05B}" srcOrd="0" destOrd="0" presId="urn:microsoft.com/office/officeart/2018/2/layout/IconLabelList"/>
    <dgm:cxn modelId="{9ABE03DD-734B-428C-BC41-C4F1BED3FA46}" srcId="{F9491655-D2A2-4A07-851D-367B7783A4A9}" destId="{5EA4794E-9E1F-4329-B5D3-71477E071C15}" srcOrd="0" destOrd="0" parTransId="{B2BAE355-3056-4CFF-A238-E88737E6A7B5}" sibTransId="{AEEE9D6B-65C9-4A8F-A722-1F1FD9A1C6A8}"/>
    <dgm:cxn modelId="{395E9FF1-17E6-43A5-8D4F-1988E701C12B}" srcId="{F9491655-D2A2-4A07-851D-367B7783A4A9}" destId="{1A7B25BD-F08F-4D45-A96E-4B52FD0673EA}" srcOrd="1" destOrd="0" parTransId="{A5F6814B-5665-4A07-911A-E96ACC9B6626}" sibTransId="{C268C644-DB48-4D4A-9971-41245F436EC1}"/>
    <dgm:cxn modelId="{209269AA-0E86-48FD-8F74-ED1C25BC6AE4}" type="presParOf" srcId="{A52D97DC-436B-4E99-B856-9443CCB8E05B}" destId="{8F2F2C00-72D1-4359-9C89-17C83413FEA6}" srcOrd="0" destOrd="0" presId="urn:microsoft.com/office/officeart/2018/2/layout/IconLabelList"/>
    <dgm:cxn modelId="{4C63748F-19C8-4639-816C-EA11DFC747B6}" type="presParOf" srcId="{8F2F2C00-72D1-4359-9C89-17C83413FEA6}" destId="{45B6E94E-51F7-4012-8213-07A98798F8D6}" srcOrd="0" destOrd="0" presId="urn:microsoft.com/office/officeart/2018/2/layout/IconLabelList"/>
    <dgm:cxn modelId="{8B49CD4F-A86F-4223-B3EE-EA4AFBB74C9E}" type="presParOf" srcId="{8F2F2C00-72D1-4359-9C89-17C83413FEA6}" destId="{66D2365B-ED66-437F-90E7-765009600B4B}" srcOrd="1" destOrd="0" presId="urn:microsoft.com/office/officeart/2018/2/layout/IconLabelList"/>
    <dgm:cxn modelId="{EC400F3A-96E1-4E9D-9CE9-6B842C008927}" type="presParOf" srcId="{8F2F2C00-72D1-4359-9C89-17C83413FEA6}" destId="{62BE10D3-C706-4274-9BED-A0C70A316DDB}" srcOrd="2" destOrd="0" presId="urn:microsoft.com/office/officeart/2018/2/layout/IconLabelList"/>
    <dgm:cxn modelId="{BEC3695B-4E4D-4F56-879C-9578E662FE66}" type="presParOf" srcId="{A52D97DC-436B-4E99-B856-9443CCB8E05B}" destId="{7F13C609-E787-49BF-9B58-DFBAA3134C79}" srcOrd="1" destOrd="0" presId="urn:microsoft.com/office/officeart/2018/2/layout/IconLabelList"/>
    <dgm:cxn modelId="{C68654FC-55CC-4F21-B1E9-212C028644BF}" type="presParOf" srcId="{A52D97DC-436B-4E99-B856-9443CCB8E05B}" destId="{9090E217-C9AA-4EE0-9D45-0CF1AD9E59F1}" srcOrd="2" destOrd="0" presId="urn:microsoft.com/office/officeart/2018/2/layout/IconLabelList"/>
    <dgm:cxn modelId="{2B314EB4-0D9F-4CE6-92DF-623EEA03DA0B}" type="presParOf" srcId="{9090E217-C9AA-4EE0-9D45-0CF1AD9E59F1}" destId="{A2BE14A0-3277-49B8-BD96-748D9FF5A24A}" srcOrd="0" destOrd="0" presId="urn:microsoft.com/office/officeart/2018/2/layout/IconLabelList"/>
    <dgm:cxn modelId="{4F6F4BA9-8C4D-4DBB-863C-C40F9848D030}" type="presParOf" srcId="{9090E217-C9AA-4EE0-9D45-0CF1AD9E59F1}" destId="{BD449DD3-1B56-490A-B682-7C9FD29AC2B3}" srcOrd="1" destOrd="0" presId="urn:microsoft.com/office/officeart/2018/2/layout/IconLabelList"/>
    <dgm:cxn modelId="{907B21EE-A29E-4B76-A99B-E6AAC8660B39}" type="presParOf" srcId="{9090E217-C9AA-4EE0-9D45-0CF1AD9E59F1}" destId="{1ABD8363-A494-4A2A-8866-08016D1E4CAF}" srcOrd="2" destOrd="0" presId="urn:microsoft.com/office/officeart/2018/2/layout/IconLabelList"/>
    <dgm:cxn modelId="{39F7083F-6D00-40D9-8E0B-BF5EEF98BFFB}" type="presParOf" srcId="{A52D97DC-436B-4E99-B856-9443CCB8E05B}" destId="{4B8EC3C3-AF4F-43CB-A3C5-E6D873777B6D}" srcOrd="3" destOrd="0" presId="urn:microsoft.com/office/officeart/2018/2/layout/IconLabelList"/>
    <dgm:cxn modelId="{A85CE53C-BDA0-4DE2-B4DE-F1AC04AB9FBB}" type="presParOf" srcId="{A52D97DC-436B-4E99-B856-9443CCB8E05B}" destId="{D1F79CA6-DB84-4AD5-9C39-6DB95DBBB3D8}" srcOrd="4" destOrd="0" presId="urn:microsoft.com/office/officeart/2018/2/layout/IconLabelList"/>
    <dgm:cxn modelId="{FF614B4C-819F-48C6-A0E0-3B95F75F8422}" type="presParOf" srcId="{D1F79CA6-DB84-4AD5-9C39-6DB95DBBB3D8}" destId="{5A4E88B4-594F-4196-B257-E44F370AF10A}" srcOrd="0" destOrd="0" presId="urn:microsoft.com/office/officeart/2018/2/layout/IconLabelList"/>
    <dgm:cxn modelId="{9E1EA4E1-6843-4255-87B2-C6DBA0262026}" type="presParOf" srcId="{D1F79CA6-DB84-4AD5-9C39-6DB95DBBB3D8}" destId="{20608226-2AC3-4435-B582-1F599178814C}" srcOrd="1" destOrd="0" presId="urn:microsoft.com/office/officeart/2018/2/layout/IconLabelList"/>
    <dgm:cxn modelId="{29570E98-F22E-4577-BC2C-0BC805E32969}" type="presParOf" srcId="{D1F79CA6-DB84-4AD5-9C39-6DB95DBBB3D8}" destId="{2035711A-D391-451A-A1C5-6BA05A5BAC04}" srcOrd="2" destOrd="0" presId="urn:microsoft.com/office/officeart/2018/2/layout/IconLabelList"/>
  </dgm:cxnLst>
  <dgm:bg>
    <a:noFill/>
  </dgm:bg>
  <dgm:whole>
    <a:ln>
      <a:noFill/>
    </a:ln>
  </dgm:whole>
  <dgm:extLst>
    <a:ext uri="http://schemas.microsoft.com/office/drawing/2008/diagram">
      <dsp:dataModelExt xmlns:dsp="http://schemas.microsoft.com/office/drawing/2008/diagram" relId="rId9"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E47BCA1-6F6C-4A55-9635-4D04D60B669A}"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21FF9903-A4DB-4940-A7B2-525D679445EC}">
      <dgm:prSet/>
      <dgm:spPr/>
      <dgm:t>
        <a:bodyPr/>
        <a:lstStyle/>
        <a:p>
          <a:pPr algn="ctr">
            <a:lnSpc>
              <a:spcPct val="100000"/>
            </a:lnSpc>
            <a:defRPr b="1"/>
          </a:pPr>
          <a:r>
            <a:rPr lang="en-US"/>
            <a:t>Dishonesty</a:t>
          </a:r>
        </a:p>
      </dgm:t>
    </dgm:pt>
    <dgm:pt modelId="{61AE6815-030B-478B-B222-650546903AD2}" type="parTrans" cxnId="{4D69DC6B-A27D-4DAE-8F7E-8940313E976C}">
      <dgm:prSet/>
      <dgm:spPr/>
      <dgm:t>
        <a:bodyPr/>
        <a:lstStyle/>
        <a:p>
          <a:endParaRPr lang="en-US"/>
        </a:p>
      </dgm:t>
    </dgm:pt>
    <dgm:pt modelId="{9D1D4D95-E22F-48EA-AF9C-F6B7B489BB8B}" type="sibTrans" cxnId="{4D69DC6B-A27D-4DAE-8F7E-8940313E976C}">
      <dgm:prSet/>
      <dgm:spPr/>
      <dgm:t>
        <a:bodyPr/>
        <a:lstStyle/>
        <a:p>
          <a:endParaRPr lang="en-US"/>
        </a:p>
      </dgm:t>
    </dgm:pt>
    <dgm:pt modelId="{F170CA0B-D13B-4ED2-9F51-E9D74ADFAFEE}">
      <dgm:prSet/>
      <dgm:spPr/>
      <dgm:t>
        <a:bodyPr/>
        <a:lstStyle/>
        <a:p>
          <a:pPr algn="ctr">
            <a:lnSpc>
              <a:spcPct val="100000"/>
            </a:lnSpc>
            <a:buFont typeface="Arial" panose="020B0604020202020204" pitchFamily="34" charset="0"/>
            <a:buChar char="•"/>
          </a:pPr>
          <a:r>
            <a:rPr lang="en-US"/>
            <a:t>Lack of effort</a:t>
          </a:r>
        </a:p>
      </dgm:t>
    </dgm:pt>
    <dgm:pt modelId="{0A582C63-45E9-4DAB-AE85-8C193ADAB836}" type="parTrans" cxnId="{C46AA839-7805-4300-90EF-5BF51D5B0B7F}">
      <dgm:prSet/>
      <dgm:spPr/>
      <dgm:t>
        <a:bodyPr/>
        <a:lstStyle/>
        <a:p>
          <a:endParaRPr lang="en-US"/>
        </a:p>
      </dgm:t>
    </dgm:pt>
    <dgm:pt modelId="{03FBAD97-90EC-4E31-9366-524786C6A486}" type="sibTrans" cxnId="{C46AA839-7805-4300-90EF-5BF51D5B0B7F}">
      <dgm:prSet/>
      <dgm:spPr/>
      <dgm:t>
        <a:bodyPr/>
        <a:lstStyle/>
        <a:p>
          <a:endParaRPr lang="en-US"/>
        </a:p>
      </dgm:t>
    </dgm:pt>
    <dgm:pt modelId="{23D769E6-A3D0-42E4-9277-CE9D9AC90674}">
      <dgm:prSet/>
      <dgm:spPr/>
      <dgm:t>
        <a:bodyPr/>
        <a:lstStyle/>
        <a:p>
          <a:pPr algn="ctr">
            <a:lnSpc>
              <a:spcPct val="100000"/>
            </a:lnSpc>
            <a:buFont typeface="Arial" panose="020B0604020202020204" pitchFamily="34" charset="0"/>
            <a:buChar char="•"/>
          </a:pPr>
          <a:r>
            <a:rPr lang="en-US"/>
            <a:t>Poor Quality</a:t>
          </a:r>
        </a:p>
      </dgm:t>
    </dgm:pt>
    <dgm:pt modelId="{C5431DA9-9431-4689-AAD0-28E6DFBDA382}" type="parTrans" cxnId="{72FEC6A0-89C4-471D-80D4-FE9CD3A53104}">
      <dgm:prSet/>
      <dgm:spPr/>
      <dgm:t>
        <a:bodyPr/>
        <a:lstStyle/>
        <a:p>
          <a:endParaRPr lang="en-US"/>
        </a:p>
      </dgm:t>
    </dgm:pt>
    <dgm:pt modelId="{ACB6B9BC-F978-47C6-BF3A-BF0E67D4E77B}" type="sibTrans" cxnId="{72FEC6A0-89C4-471D-80D4-FE9CD3A53104}">
      <dgm:prSet/>
      <dgm:spPr/>
      <dgm:t>
        <a:bodyPr/>
        <a:lstStyle/>
        <a:p>
          <a:endParaRPr lang="en-US"/>
        </a:p>
      </dgm:t>
    </dgm:pt>
    <dgm:pt modelId="{C2173AF6-D3B6-4609-9F3D-44697A8096F8}">
      <dgm:prSet/>
      <dgm:spPr/>
      <dgm:t>
        <a:bodyPr/>
        <a:lstStyle/>
        <a:p>
          <a:pPr algn="ctr">
            <a:lnSpc>
              <a:spcPct val="100000"/>
            </a:lnSpc>
            <a:defRPr b="1"/>
          </a:pPr>
          <a:r>
            <a:rPr lang="en-US"/>
            <a:t>Privacy</a:t>
          </a:r>
        </a:p>
      </dgm:t>
    </dgm:pt>
    <dgm:pt modelId="{553C18F4-1048-4A0E-AFDE-943DB5DF425A}" type="sibTrans" cxnId="{16C11D4E-EE3B-4B88-A8FB-32C2314CE0DB}">
      <dgm:prSet/>
      <dgm:spPr/>
      <dgm:t>
        <a:bodyPr/>
        <a:lstStyle/>
        <a:p>
          <a:endParaRPr lang="en-US"/>
        </a:p>
      </dgm:t>
    </dgm:pt>
    <dgm:pt modelId="{F3E92CB6-622C-47FC-A6E2-36F8968F688B}" type="parTrans" cxnId="{16C11D4E-EE3B-4B88-A8FB-32C2314CE0DB}">
      <dgm:prSet/>
      <dgm:spPr/>
      <dgm:t>
        <a:bodyPr/>
        <a:lstStyle/>
        <a:p>
          <a:endParaRPr lang="en-US"/>
        </a:p>
      </dgm:t>
    </dgm:pt>
    <dgm:pt modelId="{52583478-4C11-4DDC-B6A1-5BA563858E50}">
      <dgm:prSet/>
      <dgm:spPr/>
      <dgm:t>
        <a:bodyPr/>
        <a:lstStyle/>
        <a:p>
          <a:pPr algn="ctr">
            <a:lnSpc>
              <a:spcPct val="100000"/>
            </a:lnSpc>
          </a:pPr>
          <a:r>
            <a:rPr lang="en-US"/>
            <a:t>Monitoring</a:t>
          </a:r>
        </a:p>
      </dgm:t>
    </dgm:pt>
    <dgm:pt modelId="{9F69CCCB-B819-4678-8EF6-1B12CF8F5A20}" type="sibTrans" cxnId="{88A390F8-7BE2-4606-9BD8-B14025023526}">
      <dgm:prSet/>
      <dgm:spPr/>
      <dgm:t>
        <a:bodyPr/>
        <a:lstStyle/>
        <a:p>
          <a:endParaRPr lang="en-US"/>
        </a:p>
      </dgm:t>
    </dgm:pt>
    <dgm:pt modelId="{B2FB639F-934F-4DCC-BBAA-7CFC993770EF}" type="parTrans" cxnId="{88A390F8-7BE2-4606-9BD8-B14025023526}">
      <dgm:prSet/>
      <dgm:spPr/>
      <dgm:t>
        <a:bodyPr/>
        <a:lstStyle/>
        <a:p>
          <a:endParaRPr lang="en-US"/>
        </a:p>
      </dgm:t>
    </dgm:pt>
    <dgm:pt modelId="{9BAB3BC3-9AD1-42C9-ABDF-523697986BF3}" type="pres">
      <dgm:prSet presAssocID="{AE47BCA1-6F6C-4A55-9635-4D04D60B669A}" presName="root" presStyleCnt="0">
        <dgm:presLayoutVars>
          <dgm:dir/>
          <dgm:resizeHandles val="exact"/>
        </dgm:presLayoutVars>
      </dgm:prSet>
      <dgm:spPr/>
    </dgm:pt>
    <dgm:pt modelId="{9D6254C6-C203-4EA4-A95F-F69ABB0AC323}" type="pres">
      <dgm:prSet presAssocID="{C2173AF6-D3B6-4609-9F3D-44697A8096F8}" presName="compNode" presStyleCnt="0"/>
      <dgm:spPr/>
    </dgm:pt>
    <dgm:pt modelId="{D0EF357D-4A75-4AB6-A8A2-4429143C54BF}" type="pres">
      <dgm:prSet presAssocID="{C2173AF6-D3B6-4609-9F3D-44697A8096F8}" presName="iconRect" presStyleLbl="node1" presStyleIdx="0" presStyleCnt="2" custLinFactNeighborX="90191" custLinFactNeighborY="-120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lind"/>
        </a:ext>
      </dgm:extLst>
    </dgm:pt>
    <dgm:pt modelId="{3E7DFC1A-C42A-43A9-BE9F-DD9BC89E19DC}" type="pres">
      <dgm:prSet presAssocID="{C2173AF6-D3B6-4609-9F3D-44697A8096F8}" presName="iconSpace" presStyleCnt="0"/>
      <dgm:spPr/>
    </dgm:pt>
    <dgm:pt modelId="{A5158B36-D3BC-4A91-8792-F79BB8358025}" type="pres">
      <dgm:prSet presAssocID="{C2173AF6-D3B6-4609-9F3D-44697A8096F8}" presName="parTx" presStyleLbl="revTx" presStyleIdx="0" presStyleCnt="4" custLinFactNeighborX="-11740" custLinFactNeighborY="2280">
        <dgm:presLayoutVars>
          <dgm:chMax val="0"/>
          <dgm:chPref val="0"/>
        </dgm:presLayoutVars>
      </dgm:prSet>
      <dgm:spPr/>
    </dgm:pt>
    <dgm:pt modelId="{940B05E7-BF29-4E9C-A72C-D01AE7D9D74E}" type="pres">
      <dgm:prSet presAssocID="{C2173AF6-D3B6-4609-9F3D-44697A8096F8}" presName="txSpace" presStyleCnt="0"/>
      <dgm:spPr/>
    </dgm:pt>
    <dgm:pt modelId="{507EE138-A853-486F-B5D1-C7180B8E2152}" type="pres">
      <dgm:prSet presAssocID="{C2173AF6-D3B6-4609-9F3D-44697A8096F8}" presName="desTx" presStyleLbl="revTx" presStyleIdx="1" presStyleCnt="4" custLinFactNeighborX="-11740" custLinFactNeighborY="2003">
        <dgm:presLayoutVars/>
      </dgm:prSet>
      <dgm:spPr/>
    </dgm:pt>
    <dgm:pt modelId="{7C904180-565A-4778-B8E0-2FF03E4EEFB8}" type="pres">
      <dgm:prSet presAssocID="{553C18F4-1048-4A0E-AFDE-943DB5DF425A}" presName="sibTrans" presStyleCnt="0"/>
      <dgm:spPr/>
    </dgm:pt>
    <dgm:pt modelId="{41B43345-54DA-414B-B731-F4E191FA161F}" type="pres">
      <dgm:prSet presAssocID="{21FF9903-A4DB-4940-A7B2-525D679445EC}" presName="compNode" presStyleCnt="0"/>
      <dgm:spPr/>
    </dgm:pt>
    <dgm:pt modelId="{A82E5592-7B4C-48BE-9426-E0C7E9336D60}" type="pres">
      <dgm:prSet presAssocID="{21FF9903-A4DB-4940-A7B2-525D679445EC}" presName="iconRect" presStyleLbl="node1" presStyleIdx="1" presStyleCnt="2" custLinFactNeighborX="80748" custLinFactNeighborY="-230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ad Face with No Fill"/>
        </a:ext>
      </dgm:extLst>
    </dgm:pt>
    <dgm:pt modelId="{58636ED2-15F7-41CB-9DBE-452698E3A18B}" type="pres">
      <dgm:prSet presAssocID="{21FF9903-A4DB-4940-A7B2-525D679445EC}" presName="iconSpace" presStyleCnt="0"/>
      <dgm:spPr/>
    </dgm:pt>
    <dgm:pt modelId="{96D94FC3-81CF-4A52-BBC0-E97A38C09CFA}" type="pres">
      <dgm:prSet presAssocID="{21FF9903-A4DB-4940-A7B2-525D679445EC}" presName="parTx" presStyleLbl="revTx" presStyleIdx="2" presStyleCnt="4" custLinFactNeighborX="-4199">
        <dgm:presLayoutVars>
          <dgm:chMax val="0"/>
          <dgm:chPref val="0"/>
        </dgm:presLayoutVars>
      </dgm:prSet>
      <dgm:spPr/>
    </dgm:pt>
    <dgm:pt modelId="{74246471-0923-4EC2-A4A0-539B2906F3FB}" type="pres">
      <dgm:prSet presAssocID="{21FF9903-A4DB-4940-A7B2-525D679445EC}" presName="txSpace" presStyleCnt="0"/>
      <dgm:spPr/>
    </dgm:pt>
    <dgm:pt modelId="{C219F4EB-3290-45D4-B064-04BC9452EC0F}" type="pres">
      <dgm:prSet presAssocID="{21FF9903-A4DB-4940-A7B2-525D679445EC}" presName="desTx" presStyleLbl="revTx" presStyleIdx="3" presStyleCnt="4" custLinFactNeighborX="-5168">
        <dgm:presLayoutVars/>
      </dgm:prSet>
      <dgm:spPr/>
    </dgm:pt>
  </dgm:ptLst>
  <dgm:cxnLst>
    <dgm:cxn modelId="{C46AA839-7805-4300-90EF-5BF51D5B0B7F}" srcId="{21FF9903-A4DB-4940-A7B2-525D679445EC}" destId="{F170CA0B-D13B-4ED2-9F51-E9D74ADFAFEE}" srcOrd="0" destOrd="0" parTransId="{0A582C63-45E9-4DAB-AE85-8C193ADAB836}" sibTransId="{03FBAD97-90EC-4E31-9366-524786C6A486}"/>
    <dgm:cxn modelId="{57AD8465-55F3-4ABC-A2F5-C2BFFF5A89DD}" type="presOf" srcId="{F170CA0B-D13B-4ED2-9F51-E9D74ADFAFEE}" destId="{C219F4EB-3290-45D4-B064-04BC9452EC0F}" srcOrd="0" destOrd="0" presId="urn:microsoft.com/office/officeart/2018/2/layout/IconLabelDescriptionList"/>
    <dgm:cxn modelId="{4D69DC6B-A27D-4DAE-8F7E-8940313E976C}" srcId="{AE47BCA1-6F6C-4A55-9635-4D04D60B669A}" destId="{21FF9903-A4DB-4940-A7B2-525D679445EC}" srcOrd="1" destOrd="0" parTransId="{61AE6815-030B-478B-B222-650546903AD2}" sibTransId="{9D1D4D95-E22F-48EA-AF9C-F6B7B489BB8B}"/>
    <dgm:cxn modelId="{16C11D4E-EE3B-4B88-A8FB-32C2314CE0DB}" srcId="{AE47BCA1-6F6C-4A55-9635-4D04D60B669A}" destId="{C2173AF6-D3B6-4609-9F3D-44697A8096F8}" srcOrd="0" destOrd="0" parTransId="{F3E92CB6-622C-47FC-A6E2-36F8968F688B}" sibTransId="{553C18F4-1048-4A0E-AFDE-943DB5DF425A}"/>
    <dgm:cxn modelId="{72FEC6A0-89C4-471D-80D4-FE9CD3A53104}" srcId="{21FF9903-A4DB-4940-A7B2-525D679445EC}" destId="{23D769E6-A3D0-42E4-9277-CE9D9AC90674}" srcOrd="1" destOrd="0" parTransId="{C5431DA9-9431-4689-AAD0-28E6DFBDA382}" sibTransId="{ACB6B9BC-F978-47C6-BF3A-BF0E67D4E77B}"/>
    <dgm:cxn modelId="{62BBF3A6-A724-402A-B492-DA31069A97B3}" type="presOf" srcId="{23D769E6-A3D0-42E4-9277-CE9D9AC90674}" destId="{C219F4EB-3290-45D4-B064-04BC9452EC0F}" srcOrd="0" destOrd="1" presId="urn:microsoft.com/office/officeart/2018/2/layout/IconLabelDescriptionList"/>
    <dgm:cxn modelId="{A6BFA7BA-A18C-472C-BE95-F8AF8D56C215}" type="presOf" srcId="{52583478-4C11-4DDC-B6A1-5BA563858E50}" destId="{507EE138-A853-486F-B5D1-C7180B8E2152}" srcOrd="0" destOrd="0" presId="urn:microsoft.com/office/officeart/2018/2/layout/IconLabelDescriptionList"/>
    <dgm:cxn modelId="{B893ADD3-839D-49DF-9157-4E05E7C9CC58}" type="presOf" srcId="{C2173AF6-D3B6-4609-9F3D-44697A8096F8}" destId="{A5158B36-D3BC-4A91-8792-F79BB8358025}" srcOrd="0" destOrd="0" presId="urn:microsoft.com/office/officeart/2018/2/layout/IconLabelDescriptionList"/>
    <dgm:cxn modelId="{0B4A1ED9-5F9D-4C3D-B51D-8681CCBAC7BF}" type="presOf" srcId="{21FF9903-A4DB-4940-A7B2-525D679445EC}" destId="{96D94FC3-81CF-4A52-BBC0-E97A38C09CFA}" srcOrd="0" destOrd="0" presId="urn:microsoft.com/office/officeart/2018/2/layout/IconLabelDescriptionList"/>
    <dgm:cxn modelId="{B15059F4-96F5-44BA-A064-78D72D5ACEEC}" type="presOf" srcId="{AE47BCA1-6F6C-4A55-9635-4D04D60B669A}" destId="{9BAB3BC3-9AD1-42C9-ABDF-523697986BF3}" srcOrd="0" destOrd="0" presId="urn:microsoft.com/office/officeart/2018/2/layout/IconLabelDescriptionList"/>
    <dgm:cxn modelId="{88A390F8-7BE2-4606-9BD8-B14025023526}" srcId="{C2173AF6-D3B6-4609-9F3D-44697A8096F8}" destId="{52583478-4C11-4DDC-B6A1-5BA563858E50}" srcOrd="0" destOrd="0" parTransId="{B2FB639F-934F-4DCC-BBAA-7CFC993770EF}" sibTransId="{9F69CCCB-B819-4678-8EF6-1B12CF8F5A20}"/>
    <dgm:cxn modelId="{1C088C96-462E-46DB-828C-221A29AD4C92}" type="presParOf" srcId="{9BAB3BC3-9AD1-42C9-ABDF-523697986BF3}" destId="{9D6254C6-C203-4EA4-A95F-F69ABB0AC323}" srcOrd="0" destOrd="0" presId="urn:microsoft.com/office/officeart/2018/2/layout/IconLabelDescriptionList"/>
    <dgm:cxn modelId="{EF83D609-D0C9-4549-86DA-C1BAA602D5F4}" type="presParOf" srcId="{9D6254C6-C203-4EA4-A95F-F69ABB0AC323}" destId="{D0EF357D-4A75-4AB6-A8A2-4429143C54BF}" srcOrd="0" destOrd="0" presId="urn:microsoft.com/office/officeart/2018/2/layout/IconLabelDescriptionList"/>
    <dgm:cxn modelId="{02061122-507D-435A-B9DE-C838558BFE4A}" type="presParOf" srcId="{9D6254C6-C203-4EA4-A95F-F69ABB0AC323}" destId="{3E7DFC1A-C42A-43A9-BE9F-DD9BC89E19DC}" srcOrd="1" destOrd="0" presId="urn:microsoft.com/office/officeart/2018/2/layout/IconLabelDescriptionList"/>
    <dgm:cxn modelId="{9C172FED-64B4-4679-90EB-7F564FCE1A72}" type="presParOf" srcId="{9D6254C6-C203-4EA4-A95F-F69ABB0AC323}" destId="{A5158B36-D3BC-4A91-8792-F79BB8358025}" srcOrd="2" destOrd="0" presId="urn:microsoft.com/office/officeart/2018/2/layout/IconLabelDescriptionList"/>
    <dgm:cxn modelId="{08BEA3B0-F886-4B1E-A63B-13EE31115B4B}" type="presParOf" srcId="{9D6254C6-C203-4EA4-A95F-F69ABB0AC323}" destId="{940B05E7-BF29-4E9C-A72C-D01AE7D9D74E}" srcOrd="3" destOrd="0" presId="urn:microsoft.com/office/officeart/2018/2/layout/IconLabelDescriptionList"/>
    <dgm:cxn modelId="{58654C95-42E0-4F7D-93C6-92513C30675C}" type="presParOf" srcId="{9D6254C6-C203-4EA4-A95F-F69ABB0AC323}" destId="{507EE138-A853-486F-B5D1-C7180B8E2152}" srcOrd="4" destOrd="0" presId="urn:microsoft.com/office/officeart/2018/2/layout/IconLabelDescriptionList"/>
    <dgm:cxn modelId="{C1A16DAB-4A06-4BD6-A794-4A42E106899B}" type="presParOf" srcId="{9BAB3BC3-9AD1-42C9-ABDF-523697986BF3}" destId="{7C904180-565A-4778-B8E0-2FF03E4EEFB8}" srcOrd="1" destOrd="0" presId="urn:microsoft.com/office/officeart/2018/2/layout/IconLabelDescriptionList"/>
    <dgm:cxn modelId="{44A3705C-9769-40C9-992A-63C0B17B676E}" type="presParOf" srcId="{9BAB3BC3-9AD1-42C9-ABDF-523697986BF3}" destId="{41B43345-54DA-414B-B731-F4E191FA161F}" srcOrd="2" destOrd="0" presId="urn:microsoft.com/office/officeart/2018/2/layout/IconLabelDescriptionList"/>
    <dgm:cxn modelId="{D271473C-F774-44BD-B9C3-6964598E6978}" type="presParOf" srcId="{41B43345-54DA-414B-B731-F4E191FA161F}" destId="{A82E5592-7B4C-48BE-9426-E0C7E9336D60}" srcOrd="0" destOrd="0" presId="urn:microsoft.com/office/officeart/2018/2/layout/IconLabelDescriptionList"/>
    <dgm:cxn modelId="{311B2E43-F114-481C-A934-9DD2B1444AE8}" type="presParOf" srcId="{41B43345-54DA-414B-B731-F4E191FA161F}" destId="{58636ED2-15F7-41CB-9DBE-452698E3A18B}" srcOrd="1" destOrd="0" presId="urn:microsoft.com/office/officeart/2018/2/layout/IconLabelDescriptionList"/>
    <dgm:cxn modelId="{A99BBB71-7C7A-4A0F-9C66-0CBFA83A6EE0}" type="presParOf" srcId="{41B43345-54DA-414B-B731-F4E191FA161F}" destId="{96D94FC3-81CF-4A52-BBC0-E97A38C09CFA}" srcOrd="2" destOrd="0" presId="urn:microsoft.com/office/officeart/2018/2/layout/IconLabelDescriptionList"/>
    <dgm:cxn modelId="{E22221B3-DC24-4A68-9B4E-28DC73A33A8C}" type="presParOf" srcId="{41B43345-54DA-414B-B731-F4E191FA161F}" destId="{74246471-0923-4EC2-A4A0-539B2906F3FB}" srcOrd="3" destOrd="0" presId="urn:microsoft.com/office/officeart/2018/2/layout/IconLabelDescriptionList"/>
    <dgm:cxn modelId="{91B49CDB-A170-4303-BFB5-CDA425CCBB62}" type="presParOf" srcId="{41B43345-54DA-414B-B731-F4E191FA161F}" destId="{C219F4EB-3290-45D4-B064-04BC9452EC0F}" srcOrd="4" destOrd="0" presId="urn:microsoft.com/office/officeart/2018/2/layout/IconLabelDescription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8886CA-C8D1-488C-AF8C-F07BC71FD114}">
      <dsp:nvSpPr>
        <dsp:cNvPr id="0" name=""/>
        <dsp:cNvSpPr/>
      </dsp:nvSpPr>
      <dsp:spPr>
        <a:xfrm>
          <a:off x="0" y="2042"/>
          <a:ext cx="6656769" cy="10351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9C8E3D-0DDD-4849-A67F-1253737E12CA}">
      <dsp:nvSpPr>
        <dsp:cNvPr id="0" name=""/>
        <dsp:cNvSpPr/>
      </dsp:nvSpPr>
      <dsp:spPr>
        <a:xfrm>
          <a:off x="313143" y="234959"/>
          <a:ext cx="569351" cy="5693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2A8FAD1-F5C9-4EBF-8136-094856985656}">
      <dsp:nvSpPr>
        <dsp:cNvPr id="0" name=""/>
        <dsp:cNvSpPr/>
      </dsp:nvSpPr>
      <dsp:spPr>
        <a:xfrm>
          <a:off x="1195638" y="2042"/>
          <a:ext cx="5461130" cy="1035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7" tIns="109557" rIns="109557" bIns="109557" numCol="1" spcCol="1270" anchor="ctr" anchorCtr="0">
          <a:noAutofit/>
        </a:bodyPr>
        <a:lstStyle/>
        <a:p>
          <a:pPr marL="0" lvl="0" indent="0" algn="l" defTabSz="977900">
            <a:lnSpc>
              <a:spcPct val="90000"/>
            </a:lnSpc>
            <a:spcBef>
              <a:spcPct val="0"/>
            </a:spcBef>
            <a:spcAft>
              <a:spcPct val="35000"/>
            </a:spcAft>
            <a:buNone/>
          </a:pPr>
          <a:r>
            <a:rPr lang="en-US" sz="2200" kern="1200" dirty="0"/>
            <a:t>Remote work</a:t>
          </a:r>
        </a:p>
      </dsp:txBody>
      <dsp:txXfrm>
        <a:off x="1195638" y="2042"/>
        <a:ext cx="5461130" cy="1035185"/>
      </dsp:txXfrm>
    </dsp:sp>
    <dsp:sp modelId="{2D71B475-4640-4061-ADF3-C3A3E56A64CF}">
      <dsp:nvSpPr>
        <dsp:cNvPr id="0" name=""/>
        <dsp:cNvSpPr/>
      </dsp:nvSpPr>
      <dsp:spPr>
        <a:xfrm>
          <a:off x="0" y="1296024"/>
          <a:ext cx="6656769" cy="10351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C58833-A721-4839-AD62-0E4B681AFF6F}">
      <dsp:nvSpPr>
        <dsp:cNvPr id="0" name=""/>
        <dsp:cNvSpPr/>
      </dsp:nvSpPr>
      <dsp:spPr>
        <a:xfrm>
          <a:off x="313143" y="1528940"/>
          <a:ext cx="569351" cy="5693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D4112DB-5255-4C64-A158-08DFA3E0DECA}">
      <dsp:nvSpPr>
        <dsp:cNvPr id="0" name=""/>
        <dsp:cNvSpPr/>
      </dsp:nvSpPr>
      <dsp:spPr>
        <a:xfrm>
          <a:off x="1195638" y="1296024"/>
          <a:ext cx="5461130" cy="1035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7" tIns="109557" rIns="109557" bIns="109557" numCol="1" spcCol="1270" anchor="ctr" anchorCtr="0">
          <a:noAutofit/>
        </a:bodyPr>
        <a:lstStyle/>
        <a:p>
          <a:pPr marL="0" lvl="0" indent="0" algn="l" defTabSz="800100">
            <a:lnSpc>
              <a:spcPct val="90000"/>
            </a:lnSpc>
            <a:spcBef>
              <a:spcPct val="0"/>
            </a:spcBef>
            <a:spcAft>
              <a:spcPct val="35000"/>
            </a:spcAft>
            <a:buNone/>
          </a:pPr>
          <a:r>
            <a:rPr lang="en-US" sz="1800" kern="1200" dirty="0"/>
            <a:t>Security from anywhere</a:t>
          </a:r>
        </a:p>
      </dsp:txBody>
      <dsp:txXfrm>
        <a:off x="1195638" y="1296024"/>
        <a:ext cx="5461130" cy="1035185"/>
      </dsp:txXfrm>
    </dsp:sp>
    <dsp:sp modelId="{0E4C4E4B-B4CB-4729-9422-0D13D9192CDA}">
      <dsp:nvSpPr>
        <dsp:cNvPr id="0" name=""/>
        <dsp:cNvSpPr/>
      </dsp:nvSpPr>
      <dsp:spPr>
        <a:xfrm>
          <a:off x="0" y="2590005"/>
          <a:ext cx="6656769" cy="10351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B9124E-B04D-4477-B6E7-75463CBBAA0F}">
      <dsp:nvSpPr>
        <dsp:cNvPr id="0" name=""/>
        <dsp:cNvSpPr/>
      </dsp:nvSpPr>
      <dsp:spPr>
        <a:xfrm>
          <a:off x="313143" y="2822922"/>
          <a:ext cx="569351" cy="5693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B35FF47-C0F9-4FED-8775-EC076EFD8138}">
      <dsp:nvSpPr>
        <dsp:cNvPr id="0" name=""/>
        <dsp:cNvSpPr/>
      </dsp:nvSpPr>
      <dsp:spPr>
        <a:xfrm>
          <a:off x="1195638" y="2590005"/>
          <a:ext cx="5461130" cy="1035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7" tIns="109557" rIns="109557" bIns="109557" numCol="1" spcCol="1270" anchor="ctr" anchorCtr="0">
          <a:noAutofit/>
        </a:bodyPr>
        <a:lstStyle/>
        <a:p>
          <a:pPr marL="0" lvl="0" indent="0" algn="l" defTabSz="800100">
            <a:lnSpc>
              <a:spcPct val="90000"/>
            </a:lnSpc>
            <a:spcBef>
              <a:spcPct val="0"/>
            </a:spcBef>
            <a:spcAft>
              <a:spcPct val="35000"/>
            </a:spcAft>
            <a:buNone/>
          </a:pPr>
          <a:r>
            <a:rPr lang="en-US" sz="1800" kern="1200" dirty="0"/>
            <a:t>Reduce carbon footprint</a:t>
          </a:r>
        </a:p>
      </dsp:txBody>
      <dsp:txXfrm>
        <a:off x="1195638" y="2590005"/>
        <a:ext cx="5461130" cy="1035185"/>
      </dsp:txXfrm>
    </dsp:sp>
    <dsp:sp modelId="{1B468265-A33F-4E0F-8BE9-7A798B41039A}">
      <dsp:nvSpPr>
        <dsp:cNvPr id="0" name=""/>
        <dsp:cNvSpPr/>
      </dsp:nvSpPr>
      <dsp:spPr>
        <a:xfrm>
          <a:off x="0" y="3883987"/>
          <a:ext cx="6656769" cy="103518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766BD1-811A-47CA-8DFE-2E5A5A224DC7}">
      <dsp:nvSpPr>
        <dsp:cNvPr id="0" name=""/>
        <dsp:cNvSpPr/>
      </dsp:nvSpPr>
      <dsp:spPr>
        <a:xfrm>
          <a:off x="313143" y="4116903"/>
          <a:ext cx="569351" cy="5693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3C0E36B-AE32-47BF-A20A-FC47F1349EDC}">
      <dsp:nvSpPr>
        <dsp:cNvPr id="0" name=""/>
        <dsp:cNvSpPr/>
      </dsp:nvSpPr>
      <dsp:spPr>
        <a:xfrm>
          <a:off x="1195638" y="3883987"/>
          <a:ext cx="5461130" cy="10351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9557" tIns="109557" rIns="109557" bIns="109557" numCol="1" spcCol="1270" anchor="ctr" anchorCtr="0">
          <a:noAutofit/>
        </a:bodyPr>
        <a:lstStyle/>
        <a:p>
          <a:pPr marL="0" lvl="0" indent="0" algn="l" defTabSz="800100">
            <a:lnSpc>
              <a:spcPct val="90000"/>
            </a:lnSpc>
            <a:spcBef>
              <a:spcPct val="0"/>
            </a:spcBef>
            <a:spcAft>
              <a:spcPct val="35000"/>
            </a:spcAft>
            <a:buNone/>
          </a:pPr>
          <a:r>
            <a:rPr lang="en-US" sz="1800" kern="1200" dirty="0"/>
            <a:t>Remain competitive</a:t>
          </a:r>
        </a:p>
      </dsp:txBody>
      <dsp:txXfrm>
        <a:off x="1195638" y="3883987"/>
        <a:ext cx="5461130" cy="10351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941CEA-701C-4B57-BB88-54F55EAB0A54}">
      <dsp:nvSpPr>
        <dsp:cNvPr id="0" name=""/>
        <dsp:cNvSpPr/>
      </dsp:nvSpPr>
      <dsp:spPr>
        <a:xfrm>
          <a:off x="0" y="600"/>
          <a:ext cx="6656769" cy="14057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3CB13F-EEF0-46EB-AE24-A412ECDBBEA6}">
      <dsp:nvSpPr>
        <dsp:cNvPr id="0" name=""/>
        <dsp:cNvSpPr/>
      </dsp:nvSpPr>
      <dsp:spPr>
        <a:xfrm>
          <a:off x="425229" y="316887"/>
          <a:ext cx="773144" cy="7731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4ADA49D-111B-4F8A-A645-E364AE3385A8}">
      <dsp:nvSpPr>
        <dsp:cNvPr id="0" name=""/>
        <dsp:cNvSpPr/>
      </dsp:nvSpPr>
      <dsp:spPr>
        <a:xfrm>
          <a:off x="1623604" y="600"/>
          <a:ext cx="5033164" cy="1405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2" tIns="148772" rIns="148772" bIns="148772" numCol="1" spcCol="1270" anchor="ctr" anchorCtr="0">
          <a:noAutofit/>
        </a:bodyPr>
        <a:lstStyle/>
        <a:p>
          <a:pPr marL="0" lvl="0" indent="0" algn="l" defTabSz="1111250">
            <a:lnSpc>
              <a:spcPct val="90000"/>
            </a:lnSpc>
            <a:spcBef>
              <a:spcPct val="0"/>
            </a:spcBef>
            <a:spcAft>
              <a:spcPct val="35000"/>
            </a:spcAft>
            <a:buNone/>
          </a:pPr>
          <a:r>
            <a:rPr lang="en-US" sz="2500" kern="1200"/>
            <a:t>Budget</a:t>
          </a:r>
        </a:p>
      </dsp:txBody>
      <dsp:txXfrm>
        <a:off x="1623604" y="600"/>
        <a:ext cx="5033164" cy="1405718"/>
      </dsp:txXfrm>
    </dsp:sp>
    <dsp:sp modelId="{71920615-0168-4051-A33A-3DC19EB4B95B}">
      <dsp:nvSpPr>
        <dsp:cNvPr id="0" name=""/>
        <dsp:cNvSpPr/>
      </dsp:nvSpPr>
      <dsp:spPr>
        <a:xfrm>
          <a:off x="0" y="1757748"/>
          <a:ext cx="6656769" cy="14057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DA27A0-26EF-4001-954D-5E0C399271AC}">
      <dsp:nvSpPr>
        <dsp:cNvPr id="0" name=""/>
        <dsp:cNvSpPr/>
      </dsp:nvSpPr>
      <dsp:spPr>
        <a:xfrm>
          <a:off x="425229" y="2074035"/>
          <a:ext cx="773144" cy="7731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D6768A5-0520-49ED-8BF9-1EE8EE001CFB}">
      <dsp:nvSpPr>
        <dsp:cNvPr id="0" name=""/>
        <dsp:cNvSpPr/>
      </dsp:nvSpPr>
      <dsp:spPr>
        <a:xfrm>
          <a:off x="1623604" y="1757748"/>
          <a:ext cx="5033164" cy="1405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2" tIns="148772" rIns="148772" bIns="148772" numCol="1" spcCol="1270" anchor="ctr" anchorCtr="0">
          <a:noAutofit/>
        </a:bodyPr>
        <a:lstStyle/>
        <a:p>
          <a:pPr marL="0" lvl="0" indent="0" algn="l" defTabSz="1111250">
            <a:lnSpc>
              <a:spcPct val="90000"/>
            </a:lnSpc>
            <a:spcBef>
              <a:spcPct val="0"/>
            </a:spcBef>
            <a:spcAft>
              <a:spcPct val="35000"/>
            </a:spcAft>
            <a:buNone/>
          </a:pPr>
          <a:r>
            <a:rPr lang="en-US" sz="2500" kern="1200"/>
            <a:t>Initial Estimate</a:t>
          </a:r>
        </a:p>
      </dsp:txBody>
      <dsp:txXfrm>
        <a:off x="1623604" y="1757748"/>
        <a:ext cx="5033164" cy="1405718"/>
      </dsp:txXfrm>
    </dsp:sp>
    <dsp:sp modelId="{EBC06153-3988-47B7-948C-B4C96AD17005}">
      <dsp:nvSpPr>
        <dsp:cNvPr id="0" name=""/>
        <dsp:cNvSpPr/>
      </dsp:nvSpPr>
      <dsp:spPr>
        <a:xfrm>
          <a:off x="0" y="3514896"/>
          <a:ext cx="6656769" cy="14057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F7768F-EFA7-4395-9190-73BFEDF29EA2}">
      <dsp:nvSpPr>
        <dsp:cNvPr id="0" name=""/>
        <dsp:cNvSpPr/>
      </dsp:nvSpPr>
      <dsp:spPr>
        <a:xfrm>
          <a:off x="425229" y="3831182"/>
          <a:ext cx="773144" cy="7731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6590F83-619A-4E91-915D-810A5944C47A}">
      <dsp:nvSpPr>
        <dsp:cNvPr id="0" name=""/>
        <dsp:cNvSpPr/>
      </dsp:nvSpPr>
      <dsp:spPr>
        <a:xfrm>
          <a:off x="1623604" y="3514896"/>
          <a:ext cx="5033164" cy="1405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2" tIns="148772" rIns="148772" bIns="148772" numCol="1" spcCol="1270" anchor="ctr" anchorCtr="0">
          <a:noAutofit/>
        </a:bodyPr>
        <a:lstStyle/>
        <a:p>
          <a:pPr marL="0" lvl="0" indent="0" algn="l" defTabSz="1111250">
            <a:lnSpc>
              <a:spcPct val="90000"/>
            </a:lnSpc>
            <a:spcBef>
              <a:spcPct val="0"/>
            </a:spcBef>
            <a:spcAft>
              <a:spcPct val="35000"/>
            </a:spcAft>
            <a:buNone/>
          </a:pPr>
          <a:r>
            <a:rPr lang="en-US" sz="2500" kern="1200"/>
            <a:t>Final Cost</a:t>
          </a:r>
        </a:p>
      </dsp:txBody>
      <dsp:txXfrm>
        <a:off x="1623604" y="3514896"/>
        <a:ext cx="5033164" cy="14057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B6C3DD-29DC-4155-981E-BF45E742A880}">
      <dsp:nvSpPr>
        <dsp:cNvPr id="0" name=""/>
        <dsp:cNvSpPr/>
      </dsp:nvSpPr>
      <dsp:spPr>
        <a:xfrm>
          <a:off x="0" y="600"/>
          <a:ext cx="6656769" cy="14057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B67475-5C2A-4936-A1FE-428AE17BE8BB}">
      <dsp:nvSpPr>
        <dsp:cNvPr id="0" name=""/>
        <dsp:cNvSpPr/>
      </dsp:nvSpPr>
      <dsp:spPr>
        <a:xfrm>
          <a:off x="425229" y="316887"/>
          <a:ext cx="773144" cy="7731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5FC0778-496C-441D-AB67-5EABB9369693}">
      <dsp:nvSpPr>
        <dsp:cNvPr id="0" name=""/>
        <dsp:cNvSpPr/>
      </dsp:nvSpPr>
      <dsp:spPr>
        <a:xfrm>
          <a:off x="1623604" y="600"/>
          <a:ext cx="5033164" cy="1405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2" tIns="148772" rIns="148772" bIns="148772" numCol="1" spcCol="1270" anchor="ctr" anchorCtr="0">
          <a:noAutofit/>
        </a:bodyPr>
        <a:lstStyle/>
        <a:p>
          <a:pPr marL="0" lvl="0" indent="0" algn="l" defTabSz="1111250">
            <a:lnSpc>
              <a:spcPct val="90000"/>
            </a:lnSpc>
            <a:spcBef>
              <a:spcPct val="0"/>
            </a:spcBef>
            <a:spcAft>
              <a:spcPct val="35000"/>
            </a:spcAft>
            <a:buNone/>
          </a:pPr>
          <a:r>
            <a:rPr lang="en-US" sz="2500" kern="1200"/>
            <a:t>Risk Management</a:t>
          </a:r>
        </a:p>
      </dsp:txBody>
      <dsp:txXfrm>
        <a:off x="1623604" y="600"/>
        <a:ext cx="5033164" cy="1405718"/>
      </dsp:txXfrm>
    </dsp:sp>
    <dsp:sp modelId="{51376640-FA29-4604-ABBB-29EE11660D28}">
      <dsp:nvSpPr>
        <dsp:cNvPr id="0" name=""/>
        <dsp:cNvSpPr/>
      </dsp:nvSpPr>
      <dsp:spPr>
        <a:xfrm>
          <a:off x="0" y="1757748"/>
          <a:ext cx="6656769" cy="14057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66DD95-EE1D-4A25-BFC2-5293BE53ADB3}">
      <dsp:nvSpPr>
        <dsp:cNvPr id="0" name=""/>
        <dsp:cNvSpPr/>
      </dsp:nvSpPr>
      <dsp:spPr>
        <a:xfrm>
          <a:off x="425229" y="2074035"/>
          <a:ext cx="773144" cy="7731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C144AE9-9DFF-45C5-A046-874E669D33B0}">
      <dsp:nvSpPr>
        <dsp:cNvPr id="0" name=""/>
        <dsp:cNvSpPr/>
      </dsp:nvSpPr>
      <dsp:spPr>
        <a:xfrm>
          <a:off x="1623604" y="1757748"/>
          <a:ext cx="5033164" cy="1405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2" tIns="148772" rIns="148772" bIns="148772" numCol="1" spcCol="1270" anchor="ctr" anchorCtr="0">
          <a:noAutofit/>
        </a:bodyPr>
        <a:lstStyle/>
        <a:p>
          <a:pPr marL="0" lvl="0" indent="0" algn="l" defTabSz="1111250">
            <a:lnSpc>
              <a:spcPct val="90000"/>
            </a:lnSpc>
            <a:spcBef>
              <a:spcPct val="0"/>
            </a:spcBef>
            <a:spcAft>
              <a:spcPct val="35000"/>
            </a:spcAft>
            <a:buNone/>
          </a:pPr>
          <a:r>
            <a:rPr lang="en-US" sz="2500" kern="1200"/>
            <a:t>Communication </a:t>
          </a:r>
        </a:p>
      </dsp:txBody>
      <dsp:txXfrm>
        <a:off x="1623604" y="1757748"/>
        <a:ext cx="5033164" cy="1405718"/>
      </dsp:txXfrm>
    </dsp:sp>
    <dsp:sp modelId="{DEC1017E-7A73-4D1C-AAAC-5594F822EA44}">
      <dsp:nvSpPr>
        <dsp:cNvPr id="0" name=""/>
        <dsp:cNvSpPr/>
      </dsp:nvSpPr>
      <dsp:spPr>
        <a:xfrm>
          <a:off x="0" y="3514896"/>
          <a:ext cx="6656769" cy="1405718"/>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165177-6950-423A-99FD-C54F65BE5E66}">
      <dsp:nvSpPr>
        <dsp:cNvPr id="0" name=""/>
        <dsp:cNvSpPr/>
      </dsp:nvSpPr>
      <dsp:spPr>
        <a:xfrm>
          <a:off x="425229" y="3831182"/>
          <a:ext cx="773144" cy="7731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0D30E7B-9F2A-4707-AAAC-A487F7349CBF}">
      <dsp:nvSpPr>
        <dsp:cNvPr id="0" name=""/>
        <dsp:cNvSpPr/>
      </dsp:nvSpPr>
      <dsp:spPr>
        <a:xfrm>
          <a:off x="1623604" y="3514896"/>
          <a:ext cx="5033164" cy="1405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772" tIns="148772" rIns="148772" bIns="148772" numCol="1" spcCol="1270" anchor="ctr" anchorCtr="0">
          <a:noAutofit/>
        </a:bodyPr>
        <a:lstStyle/>
        <a:p>
          <a:pPr marL="0" lvl="0" indent="0" algn="l" defTabSz="1111250">
            <a:lnSpc>
              <a:spcPct val="90000"/>
            </a:lnSpc>
            <a:spcBef>
              <a:spcPct val="0"/>
            </a:spcBef>
            <a:spcAft>
              <a:spcPct val="35000"/>
            </a:spcAft>
            <a:buNone/>
          </a:pPr>
          <a:r>
            <a:rPr lang="en-US" sz="2500" kern="1200"/>
            <a:t>Quality </a:t>
          </a:r>
        </a:p>
      </dsp:txBody>
      <dsp:txXfrm>
        <a:off x="1623604" y="3514896"/>
        <a:ext cx="5033164" cy="14057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6F9E54-431C-4339-AFD0-B8C8D1A38224}">
      <dsp:nvSpPr>
        <dsp:cNvPr id="0" name=""/>
        <dsp:cNvSpPr/>
      </dsp:nvSpPr>
      <dsp:spPr>
        <a:xfrm>
          <a:off x="1174" y="520807"/>
          <a:ext cx="4121050" cy="2616867"/>
        </a:xfrm>
        <a:prstGeom prst="roundRect">
          <a:avLst>
            <a:gd name="adj" fmla="val 10000"/>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7F94DB76-520B-4A19-B871-12758435678A}">
      <dsp:nvSpPr>
        <dsp:cNvPr id="0" name=""/>
        <dsp:cNvSpPr/>
      </dsp:nvSpPr>
      <dsp:spPr>
        <a:xfrm>
          <a:off x="459068" y="955807"/>
          <a:ext cx="4121050" cy="2616867"/>
        </a:xfrm>
        <a:prstGeom prst="roundRect">
          <a:avLst>
            <a:gd name="adj" fmla="val 1000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en-US" sz="5000" kern="1200"/>
            <a:t>Common ISP</a:t>
          </a:r>
        </a:p>
      </dsp:txBody>
      <dsp:txXfrm>
        <a:off x="535713" y="1032452"/>
        <a:ext cx="3967760" cy="2463577"/>
      </dsp:txXfrm>
    </dsp:sp>
    <dsp:sp modelId="{8C4F8DFB-D7C0-4091-92CF-00F3B2D25E97}">
      <dsp:nvSpPr>
        <dsp:cNvPr id="0" name=""/>
        <dsp:cNvSpPr/>
      </dsp:nvSpPr>
      <dsp:spPr>
        <a:xfrm>
          <a:off x="5038013" y="520807"/>
          <a:ext cx="4121050" cy="2616867"/>
        </a:xfrm>
        <a:prstGeom prst="roundRect">
          <a:avLst>
            <a:gd name="adj" fmla="val 10000"/>
          </a:avLst>
        </a:prstGeom>
        <a:gradFill rotWithShape="0">
          <a:gsLst>
            <a:gs pos="0">
              <a:schemeClr val="accent1">
                <a:hueOff val="0"/>
                <a:satOff val="0"/>
                <a:lumOff val="0"/>
                <a:alphaOff val="0"/>
                <a:tint val="96000"/>
                <a:lumMod val="100000"/>
              </a:schemeClr>
            </a:gs>
            <a:gs pos="78000">
              <a:schemeClr val="accent1">
                <a:hueOff val="0"/>
                <a:satOff val="0"/>
                <a:lumOff val="0"/>
                <a:alphaOff val="0"/>
                <a:shade val="94000"/>
                <a:lumMod val="94000"/>
              </a:schemeClr>
            </a:gs>
          </a:gsLst>
          <a:lin ang="5400000" scaled="0"/>
        </a:gradFill>
        <a:ln>
          <a:noFill/>
        </a:ln>
        <a:effectLst>
          <a:outerShdw blurRad="38100" dist="254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32577E54-E96D-46CD-A107-665E4FCECF9D}">
      <dsp:nvSpPr>
        <dsp:cNvPr id="0" name=""/>
        <dsp:cNvSpPr/>
      </dsp:nvSpPr>
      <dsp:spPr>
        <a:xfrm>
          <a:off x="5495908" y="955807"/>
          <a:ext cx="4121050" cy="2616867"/>
        </a:xfrm>
        <a:prstGeom prst="roundRect">
          <a:avLst>
            <a:gd name="adj" fmla="val 10000"/>
          </a:avLst>
        </a:prstGeom>
        <a:solidFill>
          <a:schemeClr val="lt1">
            <a:alpha val="90000"/>
            <a:hueOff val="0"/>
            <a:satOff val="0"/>
            <a:lumOff val="0"/>
            <a:alphaOff val="0"/>
          </a:schemeClr>
        </a:solidFill>
        <a:ln w="12700"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en-US" sz="5000" kern="1200"/>
            <a:t>Backup or cross trained staff </a:t>
          </a:r>
        </a:p>
      </dsp:txBody>
      <dsp:txXfrm>
        <a:off x="5572553" y="1032452"/>
        <a:ext cx="3967760" cy="246357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B6E94E-51F7-4012-8213-07A98798F8D6}">
      <dsp:nvSpPr>
        <dsp:cNvPr id="0" name=""/>
        <dsp:cNvSpPr/>
      </dsp:nvSpPr>
      <dsp:spPr>
        <a:xfrm>
          <a:off x="886140" y="872022"/>
          <a:ext cx="1096719" cy="10967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2BE10D3-C706-4274-9BED-A0C70A316DDB}">
      <dsp:nvSpPr>
        <dsp:cNvPr id="0" name=""/>
        <dsp:cNvSpPr/>
      </dsp:nvSpPr>
      <dsp:spPr>
        <a:xfrm>
          <a:off x="215922" y="2289414"/>
          <a:ext cx="243715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pPr>
          <a:r>
            <a:rPr lang="en-US" sz="2700" kern="1200"/>
            <a:t>Communication</a:t>
          </a:r>
        </a:p>
      </dsp:txBody>
      <dsp:txXfrm>
        <a:off x="215922" y="2289414"/>
        <a:ext cx="2437154" cy="720000"/>
      </dsp:txXfrm>
    </dsp:sp>
    <dsp:sp modelId="{A2BE14A0-3277-49B8-BD96-748D9FF5A24A}">
      <dsp:nvSpPr>
        <dsp:cNvPr id="0" name=""/>
        <dsp:cNvSpPr/>
      </dsp:nvSpPr>
      <dsp:spPr>
        <a:xfrm>
          <a:off x="3749796" y="872022"/>
          <a:ext cx="1096719" cy="10967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ABD8363-A494-4A2A-8866-08016D1E4CAF}">
      <dsp:nvSpPr>
        <dsp:cNvPr id="0" name=""/>
        <dsp:cNvSpPr/>
      </dsp:nvSpPr>
      <dsp:spPr>
        <a:xfrm>
          <a:off x="3079578" y="2289414"/>
          <a:ext cx="243715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pPr>
          <a:r>
            <a:rPr lang="en-US" sz="2700" kern="1200"/>
            <a:t>Preparation</a:t>
          </a:r>
        </a:p>
      </dsp:txBody>
      <dsp:txXfrm>
        <a:off x="3079578" y="2289414"/>
        <a:ext cx="2437154" cy="720000"/>
      </dsp:txXfrm>
    </dsp:sp>
    <dsp:sp modelId="{5A4E88B4-594F-4196-B257-E44F370AF10A}">
      <dsp:nvSpPr>
        <dsp:cNvPr id="0" name=""/>
        <dsp:cNvSpPr/>
      </dsp:nvSpPr>
      <dsp:spPr>
        <a:xfrm>
          <a:off x="6613452" y="872022"/>
          <a:ext cx="1096719" cy="10967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035711A-D391-451A-A1C5-6BA05A5BAC04}">
      <dsp:nvSpPr>
        <dsp:cNvPr id="0" name=""/>
        <dsp:cNvSpPr/>
      </dsp:nvSpPr>
      <dsp:spPr>
        <a:xfrm>
          <a:off x="5943235" y="2289414"/>
          <a:ext cx="2437154"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100000"/>
            </a:lnSpc>
            <a:spcBef>
              <a:spcPct val="0"/>
            </a:spcBef>
            <a:spcAft>
              <a:spcPct val="35000"/>
            </a:spcAft>
            <a:buNone/>
          </a:pPr>
          <a:r>
            <a:rPr lang="en-US" sz="2700" kern="1200"/>
            <a:t>Documentation</a:t>
          </a:r>
        </a:p>
      </dsp:txBody>
      <dsp:txXfrm>
        <a:off x="5943235" y="2289414"/>
        <a:ext cx="2437154"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EF357D-4A75-4AB6-A8A2-4429143C54BF}">
      <dsp:nvSpPr>
        <dsp:cNvPr id="0" name=""/>
        <dsp:cNvSpPr/>
      </dsp:nvSpPr>
      <dsp:spPr>
        <a:xfrm>
          <a:off x="1176689" y="880798"/>
          <a:ext cx="1302328" cy="13023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5158B36-D3BC-4A91-8792-F79BB8358025}">
      <dsp:nvSpPr>
        <dsp:cNvPr id="0" name=""/>
        <dsp:cNvSpPr/>
      </dsp:nvSpPr>
      <dsp:spPr>
        <a:xfrm>
          <a:off x="0" y="2324097"/>
          <a:ext cx="3720937" cy="558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a:t>Privacy</a:t>
          </a:r>
        </a:p>
      </dsp:txBody>
      <dsp:txXfrm>
        <a:off x="0" y="2324097"/>
        <a:ext cx="3720937" cy="558140"/>
      </dsp:txXfrm>
    </dsp:sp>
    <dsp:sp modelId="{507EE138-A853-486F-B5D1-C7180B8E2152}">
      <dsp:nvSpPr>
        <dsp:cNvPr id="0" name=""/>
        <dsp:cNvSpPr/>
      </dsp:nvSpPr>
      <dsp:spPr>
        <a:xfrm>
          <a:off x="0" y="2933769"/>
          <a:ext cx="3720937" cy="593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Monitoring</a:t>
          </a:r>
        </a:p>
      </dsp:txBody>
      <dsp:txXfrm>
        <a:off x="0" y="2933769"/>
        <a:ext cx="3720937" cy="593252"/>
      </dsp:txXfrm>
    </dsp:sp>
    <dsp:sp modelId="{A82E5592-7B4C-48BE-9426-E0C7E9336D60}">
      <dsp:nvSpPr>
        <dsp:cNvPr id="0" name=""/>
        <dsp:cNvSpPr/>
      </dsp:nvSpPr>
      <dsp:spPr>
        <a:xfrm>
          <a:off x="5425811" y="866447"/>
          <a:ext cx="1302328" cy="13023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6D94FC3-81CF-4A52-BBC0-E97A38C09CFA}">
      <dsp:nvSpPr>
        <dsp:cNvPr id="0" name=""/>
        <dsp:cNvSpPr/>
      </dsp:nvSpPr>
      <dsp:spPr>
        <a:xfrm>
          <a:off x="4217965" y="2311371"/>
          <a:ext cx="3720937" cy="558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a:t>Dishonesty</a:t>
          </a:r>
        </a:p>
      </dsp:txBody>
      <dsp:txXfrm>
        <a:off x="4217965" y="2311371"/>
        <a:ext cx="3720937" cy="558140"/>
      </dsp:txXfrm>
    </dsp:sp>
    <dsp:sp modelId="{C219F4EB-3290-45D4-B064-04BC9452EC0F}">
      <dsp:nvSpPr>
        <dsp:cNvPr id="0" name=""/>
        <dsp:cNvSpPr/>
      </dsp:nvSpPr>
      <dsp:spPr>
        <a:xfrm>
          <a:off x="4181909" y="2921886"/>
          <a:ext cx="3720937" cy="593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Font typeface="Arial" panose="020B0604020202020204" pitchFamily="34" charset="0"/>
            <a:buNone/>
          </a:pPr>
          <a:r>
            <a:rPr lang="en-US" sz="1700" kern="1200"/>
            <a:t>Lack of effort</a:t>
          </a:r>
        </a:p>
        <a:p>
          <a:pPr marL="0" lvl="0" indent="0" algn="ctr" defTabSz="755650">
            <a:lnSpc>
              <a:spcPct val="100000"/>
            </a:lnSpc>
            <a:spcBef>
              <a:spcPct val="0"/>
            </a:spcBef>
            <a:spcAft>
              <a:spcPct val="35000"/>
            </a:spcAft>
            <a:buFont typeface="Arial" panose="020B0604020202020204" pitchFamily="34" charset="0"/>
            <a:buNone/>
          </a:pPr>
          <a:r>
            <a:rPr lang="en-US" sz="1700" kern="1200"/>
            <a:t>Poor Quality</a:t>
          </a:r>
        </a:p>
      </dsp:txBody>
      <dsp:txXfrm>
        <a:off x="4181909" y="2921886"/>
        <a:ext cx="3720937" cy="59325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63C940-4A63-4319-A335-34161D2E38D1}" type="datetimeFigureOut">
              <a:rPr lang="en-US" smtClean="0"/>
              <a:t>8/1/2021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1C6ABB-3A7F-4E31-88AE-AD69786A7DA9}" type="slidenum">
              <a:rPr lang="en-US" smtClean="0"/>
              <a:t>‹#›</a:t>
            </a:fld>
            <a:endParaRPr lang="en-US"/>
          </a:p>
        </p:txBody>
      </p:sp>
    </p:spTree>
    <p:extLst>
      <p:ext uri="{BB962C8B-B14F-4D97-AF65-F5344CB8AC3E}">
        <p14:creationId xmlns:p14="http://schemas.microsoft.com/office/powerpoint/2010/main" val="309677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VoIP Fan offers voice over internet protocol communication services  for thousands of customers and is the home to just over one thousand employees.  The organization has made a discovery that the number of organizations allowing staff members to work from home is increasing, so a survey was sent out by human resources to assess employee interest in remote work.. After high interest in the idea of remote work VoIP Fan elected to initiate a project that would allow employees to work from home thus allowing staff to spend more time with their families. The setup was to allow secure access to company resources from any location thus allowing the organization to also reduce their carbon footprint while becoming a more competitive employer. This presentation will explore the details learned from this project to assist with the assessment of future projects which may be similar in nature. </a:t>
            </a:r>
          </a:p>
        </p:txBody>
      </p:sp>
      <p:sp>
        <p:nvSpPr>
          <p:cNvPr id="4" name="Slide Number Placeholder 3"/>
          <p:cNvSpPr>
            <a:spLocks noGrp="1"/>
          </p:cNvSpPr>
          <p:nvPr>
            <p:ph type="sldNum" sz="quarter" idx="5"/>
          </p:nvPr>
        </p:nvSpPr>
        <p:spPr/>
        <p:txBody>
          <a:bodyPr/>
          <a:lstStyle/>
          <a:p>
            <a:fld id="{D01C6ABB-3A7F-4E31-88AE-AD69786A7DA9}" type="slidenum">
              <a:rPr lang="en-US" smtClean="0"/>
              <a:t>2</a:t>
            </a:fld>
            <a:endParaRPr lang="en-US"/>
          </a:p>
        </p:txBody>
      </p:sp>
    </p:spTree>
    <p:extLst>
      <p:ext uri="{BB962C8B-B14F-4D97-AF65-F5344CB8AC3E}">
        <p14:creationId xmlns:p14="http://schemas.microsoft.com/office/powerpoint/2010/main" val="2617919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manager role was filled by myself and included a variety of obligations. Examples of these tasks include developing and managing the project's budget , schedule, communication plan, and risk mitigation.  Documentation was also created throughout the project to note any changes in addition to milestone successes or failures. In the role of a project manager, it was also critical to ensure quality was maintained throughout the project and that actions remained aligned with the initial scope.</a:t>
            </a:r>
          </a:p>
          <a:p>
            <a:endParaRPr lang="en-US" dirty="0"/>
          </a:p>
          <a:p>
            <a:r>
              <a:rPr lang="en-US" dirty="0"/>
              <a:t>The system analyst role initially involved analyzing the existing network topology , security measures, software, hardware, and resource access. These matters were evaluated to determine if adequate solutions existed to allow employees to work from home without additional tools, and if not research potential solutions. Employee documentation was also developed to assist with the initial setup for remote staff. They role would also involve training remote staff during the transition. Within the testing phases this role evolved to include testing webcams, routers, and hotspots to ensure functionality and quality criteria were upheld. </a:t>
            </a:r>
          </a:p>
          <a:p>
            <a:endParaRPr lang="en-US" dirty="0"/>
          </a:p>
          <a:p>
            <a:r>
              <a:rPr lang="en-US" dirty="0"/>
              <a:t>The quality assurance specialist was responsible for testing all software, hardware, and network components.  Prior to the commencement of testing documentation was created to ensure all points were met before the project could continue or be deemed a success. It was critical that alerts and access controls be tested for security purposes and for functionality as well. Additional factors that were tested for included ease of use and accessibility.</a:t>
            </a:r>
          </a:p>
          <a:p>
            <a:endParaRPr lang="en-US" dirty="0"/>
          </a:p>
          <a:p>
            <a:r>
              <a:rPr lang="en-US" dirty="0"/>
              <a:t>The software engineer utilized the research from the system analyst to find the appropriate software that would allow staff to remotely access company resources in a secure environment.  Once the products were chosen, the software engineer worked side by side with the project manager to procure the software from the vendor. The software would then be installed on all remote devices and basic functionality confirmed after install. </a:t>
            </a:r>
          </a:p>
          <a:p>
            <a:endParaRPr lang="en-US" dirty="0"/>
          </a:p>
          <a:p>
            <a:r>
              <a:rPr lang="en-US" dirty="0"/>
              <a:t>The network engineer worked primarily with the remote staff and their internet service providers to ensure their network and equipment could maintain a reliable connection.  In addition to this it was important to confirm the equipment was properly configured for a VoIP environment. In the event changes were required documentation would be made to note the specifics of what was changed for what employee. For a subset of employees this involved purchasing and installing new routers and or hot spots to allow proper configuration and quality connection. </a:t>
            </a:r>
          </a:p>
          <a:p>
            <a:endParaRPr lang="en-US" dirty="0"/>
          </a:p>
          <a:p>
            <a:r>
              <a:rPr lang="en-US" dirty="0"/>
              <a:t>The hardware technician was responsible for assessing all remote staff computers to confirm they were in adequate condition or better for either office or remote work. This consisted of updating operating systems and drivers as needed. Webcams were also installed by the hardware technician and configured as necessary to ensure basic functionality was achieved. </a:t>
            </a:r>
          </a:p>
          <a:p>
            <a:endParaRPr lang="en-US" dirty="0"/>
          </a:p>
        </p:txBody>
      </p:sp>
      <p:sp>
        <p:nvSpPr>
          <p:cNvPr id="4" name="Slide Number Placeholder 3"/>
          <p:cNvSpPr>
            <a:spLocks noGrp="1"/>
          </p:cNvSpPr>
          <p:nvPr>
            <p:ph type="sldNum" sz="quarter" idx="5"/>
          </p:nvPr>
        </p:nvSpPr>
        <p:spPr/>
        <p:txBody>
          <a:bodyPr/>
          <a:lstStyle/>
          <a:p>
            <a:fld id="{D01C6ABB-3A7F-4E31-88AE-AD69786A7DA9}" type="slidenum">
              <a:rPr lang="en-US" smtClean="0"/>
              <a:t>3</a:t>
            </a:fld>
            <a:endParaRPr lang="en-US"/>
          </a:p>
        </p:txBody>
      </p:sp>
    </p:spTree>
    <p:extLst>
      <p:ext uri="{BB962C8B-B14F-4D97-AF65-F5344CB8AC3E}">
        <p14:creationId xmlns:p14="http://schemas.microsoft.com/office/powerpoint/2010/main" val="2014784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remote staff initiative consisted of seven milestones. The first of these seven was analysis which consisted of analyzing existing systems to determine what may or may not need to be replaced. Following this was the development and signing of the acceptable use policy. Developing the acceptable use policy was a critical component for this project to ensure that all staff members understood what was expected with working remotely. Hardware preparation involved installing the webcams and confirming the computers were up to date and functioning properly. Software preparation consisted of installing the mobile device management and virtual private network software that would allow staff to securely access resources outside the company network. Preparing the network involved confirming there was adequate bandwidth, there was no latency, settings that were not compatible with VoIP were altered,  and both routers and hot spots were installed . The testing phase checked all the previously mentioned actions to confirm that the remote staff would be able to securely and easily access the appropriate resources with little to no issue. Finally, the assessments phase involved reviewing the quality of the aforementioned actions, providing notice to the stakeholders of the project's conclusion and results, outlining the final status of the project, and documenting the lessons learned throughout the project. </a:t>
            </a:r>
          </a:p>
        </p:txBody>
      </p:sp>
      <p:sp>
        <p:nvSpPr>
          <p:cNvPr id="4" name="Slide Number Placeholder 3"/>
          <p:cNvSpPr>
            <a:spLocks noGrp="1"/>
          </p:cNvSpPr>
          <p:nvPr>
            <p:ph type="sldNum" sz="quarter" idx="5"/>
          </p:nvPr>
        </p:nvSpPr>
        <p:spPr/>
        <p:txBody>
          <a:bodyPr/>
          <a:lstStyle/>
          <a:p>
            <a:fld id="{D01C6ABB-3A7F-4E31-88AE-AD69786A7DA9}" type="slidenum">
              <a:rPr lang="en-US" smtClean="0"/>
              <a:t>4</a:t>
            </a:fld>
            <a:endParaRPr lang="en-US"/>
          </a:p>
        </p:txBody>
      </p:sp>
    </p:spTree>
    <p:extLst>
      <p:ext uri="{BB962C8B-B14F-4D97-AF65-F5344CB8AC3E}">
        <p14:creationId xmlns:p14="http://schemas.microsoft.com/office/powerpoint/2010/main" val="39236514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project included five deliverables, the first of which was having the acceptable use policy contract signed by employees who wish to work remotely. The second deliverable was the installation of the webcams. This was critical as the webcams were to be used for one on one meetings or team meetings, depending on the employers need. The third deliverable was to install the mobile device management software. The MDM software would allow VoIP fan to know what the employee was doing as they were doing it and would also allow them to remotely wipe or review resources that may have been inappropriately accessed. The fourth deliverable was the installation of the virtual private network. This software would allow remote employees to access company resources as needed. Finally, the routers and hotspots were the last deliverable. While not all employees required this it was critical for the subset that did have them installed to ensure the equipment could be properly configured with minimal to no latency or packet loss. </a:t>
            </a:r>
          </a:p>
          <a:p>
            <a:endParaRPr lang="en-US" dirty="0"/>
          </a:p>
        </p:txBody>
      </p:sp>
      <p:sp>
        <p:nvSpPr>
          <p:cNvPr id="4" name="Slide Number Placeholder 3"/>
          <p:cNvSpPr>
            <a:spLocks noGrp="1"/>
          </p:cNvSpPr>
          <p:nvPr>
            <p:ph type="sldNum" sz="quarter" idx="5"/>
          </p:nvPr>
        </p:nvSpPr>
        <p:spPr/>
        <p:txBody>
          <a:bodyPr/>
          <a:lstStyle/>
          <a:p>
            <a:fld id="{D01C6ABB-3A7F-4E31-88AE-AD69786A7DA9}" type="slidenum">
              <a:rPr lang="en-US" smtClean="0"/>
              <a:t>5</a:t>
            </a:fld>
            <a:endParaRPr lang="en-US"/>
          </a:p>
        </p:txBody>
      </p:sp>
    </p:spTree>
    <p:extLst>
      <p:ext uri="{BB962C8B-B14F-4D97-AF65-F5344CB8AC3E}">
        <p14:creationId xmlns:p14="http://schemas.microsoft.com/office/powerpoint/2010/main" val="4005965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graph shown before you demonstrates the schedule based on milestones and deliverables. Within the first graph you will see the completion dates of each milestone described in previous slides. Below this you will see the start and completion date of each milestone. When compared to the data from the work breakdown structure, there were no differences in start or completion dates despite having some challenges. These challenges included delays on the procurement of software, issues with packet loss by a subset of staff members, and the loss of a team member within the testing phase </a:t>
            </a:r>
          </a:p>
        </p:txBody>
      </p:sp>
      <p:sp>
        <p:nvSpPr>
          <p:cNvPr id="4" name="Slide Number Placeholder 3"/>
          <p:cNvSpPr>
            <a:spLocks noGrp="1"/>
          </p:cNvSpPr>
          <p:nvPr>
            <p:ph type="sldNum" sz="quarter" idx="5"/>
          </p:nvPr>
        </p:nvSpPr>
        <p:spPr/>
        <p:txBody>
          <a:bodyPr/>
          <a:lstStyle/>
          <a:p>
            <a:fld id="{D01C6ABB-3A7F-4E31-88AE-AD69786A7DA9}" type="slidenum">
              <a:rPr lang="en-US" smtClean="0"/>
              <a:t>6</a:t>
            </a:fld>
            <a:endParaRPr lang="en-US"/>
          </a:p>
        </p:txBody>
      </p:sp>
    </p:spTree>
    <p:extLst>
      <p:ext uri="{BB962C8B-B14F-4D97-AF65-F5344CB8AC3E}">
        <p14:creationId xmlns:p14="http://schemas.microsoft.com/office/powerpoint/2010/main" val="1267178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chart before you displays the material expenses that were accumulated throughout the project. A consistent number of units was purchased for the webcams, VPN, and MDM software as there were 200 remote staff members. The Logitech C920S HD Pro webcams were chosen as the camera offer high quality at a low price and even include a lens cover to offer privacy to remote staff members (Cunningham &amp; Pinola, 2020). Perimeter 81 was the VPN of choice due to the many features such as policy-based segmentation, reporting, two-factor authentication, SSO, site-to-site interconnectivity, and 24/7 support (Perimeter 81, n.d.). For the MDM Scalefusion was an easy choice to make based on the large number of five-star reviews, location tracking, remote control, reporting, and multi-operating system support (G2.com, Inc, n.d.). For the forty-three staff members that required replacement network equipment, Cisco’s RV100 series routers were chosen. These routers were selected since the organization already utilizes Cisco products in office and they are capable of maintaining the required criteria for up to fifty users which will be more than enough for their intended use both for work and personal use (Cisco, n.d.). Cat6 twisted shielded ethernet cables were purchased in bulk with lifetime warranties to ensure all remote staff was able to connect directly to their routers (Cables.com, n.d.). Finally, hotspots were purchased to confirm a subset of remote staff with poor internet connectivity would remain operational during ISP outages. The ZTE Max Connect hotspot was chosen as it offers high data transfer rates, WPA2 for security, and can be managed online all for a low price (Amazon, n.d.).</a:t>
            </a:r>
          </a:p>
        </p:txBody>
      </p:sp>
      <p:sp>
        <p:nvSpPr>
          <p:cNvPr id="4" name="Slide Number Placeholder 3"/>
          <p:cNvSpPr>
            <a:spLocks noGrp="1"/>
          </p:cNvSpPr>
          <p:nvPr>
            <p:ph type="sldNum" sz="quarter" idx="5"/>
          </p:nvPr>
        </p:nvSpPr>
        <p:spPr/>
        <p:txBody>
          <a:bodyPr/>
          <a:lstStyle/>
          <a:p>
            <a:fld id="{D01C6ABB-3A7F-4E31-88AE-AD69786A7DA9}" type="slidenum">
              <a:rPr lang="en-US" smtClean="0"/>
              <a:t>7</a:t>
            </a:fld>
            <a:endParaRPr lang="en-US"/>
          </a:p>
        </p:txBody>
      </p:sp>
    </p:spTree>
    <p:extLst>
      <p:ext uri="{BB962C8B-B14F-4D97-AF65-F5344CB8AC3E}">
        <p14:creationId xmlns:p14="http://schemas.microsoft.com/office/powerpoint/2010/main" val="7936844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expenses within this chart depict the number of hours worked by each stakeholder in addition to the total amount each team member was paid for their work within the project. Salaries for these individuals were based on the median wages of similar roles taken from ZipRecruiter (n.d.). Not all milestones were of the same length, so the hours worked vary and they were based on a Monday through Friday schedule.  Additional details regarding the salaries may be provided after this meeting upon request. </a:t>
            </a:r>
          </a:p>
        </p:txBody>
      </p:sp>
      <p:sp>
        <p:nvSpPr>
          <p:cNvPr id="4" name="Slide Number Placeholder 3"/>
          <p:cNvSpPr>
            <a:spLocks noGrp="1"/>
          </p:cNvSpPr>
          <p:nvPr>
            <p:ph type="sldNum" sz="quarter" idx="5"/>
          </p:nvPr>
        </p:nvSpPr>
        <p:spPr/>
        <p:txBody>
          <a:bodyPr/>
          <a:lstStyle/>
          <a:p>
            <a:fld id="{D01C6ABB-3A7F-4E31-88AE-AD69786A7DA9}" type="slidenum">
              <a:rPr lang="en-US" smtClean="0"/>
              <a:t>8</a:t>
            </a:fld>
            <a:endParaRPr lang="en-US"/>
          </a:p>
        </p:txBody>
      </p:sp>
    </p:spTree>
    <p:extLst>
      <p:ext uri="{BB962C8B-B14F-4D97-AF65-F5344CB8AC3E}">
        <p14:creationId xmlns:p14="http://schemas.microsoft.com/office/powerpoint/2010/main" val="1701298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VoIP Fan set a budget of $250,000 aside for the remote staff initiative.  This proved to be far more than the project would require as the initial estimate with labor and material costs totaled only $71,934. After calculating the final material and labor costs the total cost at the conclusion of the project was </a:t>
            </a:r>
            <a:r>
              <a:rPr lang="en-US" sz="1200" dirty="0">
                <a:solidFill>
                  <a:schemeClr val="bg1"/>
                </a:solidFill>
              </a:rPr>
              <a:t>$63,773.  Changes that reduced the initial estimate included a reduction in number of required routers and a change of personnel.  </a:t>
            </a:r>
          </a:p>
        </p:txBody>
      </p:sp>
      <p:sp>
        <p:nvSpPr>
          <p:cNvPr id="4" name="Slide Number Placeholder 3"/>
          <p:cNvSpPr>
            <a:spLocks noGrp="1"/>
          </p:cNvSpPr>
          <p:nvPr>
            <p:ph type="sldNum" sz="quarter" idx="5"/>
          </p:nvPr>
        </p:nvSpPr>
        <p:spPr/>
        <p:txBody>
          <a:bodyPr/>
          <a:lstStyle/>
          <a:p>
            <a:fld id="{D01C6ABB-3A7F-4E31-88AE-AD69786A7DA9}" type="slidenum">
              <a:rPr lang="en-US" smtClean="0"/>
              <a:t>9</a:t>
            </a:fld>
            <a:endParaRPr lang="en-US"/>
          </a:p>
        </p:txBody>
      </p:sp>
    </p:spTree>
    <p:extLst>
      <p:ext uri="{BB962C8B-B14F-4D97-AF65-F5344CB8AC3E}">
        <p14:creationId xmlns:p14="http://schemas.microsoft.com/office/powerpoint/2010/main" val="1945159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Together the project team was able to succeed in a variety of ways which included mitigating risks, communicating regularly, and working to the best of their ability to ensure quality. The risk management plan was a large part of how the team was able to work around and predict potential issues. With that said it was only during the network checks of remote staff members that the trend in packet loss led to the discovery of a common backbone Internet service provider. This quick identification allowed staff to predict that employees that live in the surrounding area will likely experience the same events and require hot spots like the initial remote staff did. This prediction will assist with future projects should other departments go remote. The project team was also very responsive to communication made by team members to assist with developing a plan for the loss of the quality assurance specialist team member. It was through this communication that it was decided the system analyst would fulfill the role. Finally, the initial quality assurance documentation that was created by the specialist was a critical component to the success of this project. This documentation allowed us to ensure that all quality criteria initially requested in the project proposal was met or exceeded in the final product. </a:t>
            </a:r>
          </a:p>
        </p:txBody>
      </p:sp>
      <p:sp>
        <p:nvSpPr>
          <p:cNvPr id="4" name="Slide Number Placeholder 3"/>
          <p:cNvSpPr>
            <a:spLocks noGrp="1"/>
          </p:cNvSpPr>
          <p:nvPr>
            <p:ph type="sldNum" sz="quarter" idx="5"/>
          </p:nvPr>
        </p:nvSpPr>
        <p:spPr/>
        <p:txBody>
          <a:bodyPr/>
          <a:lstStyle/>
          <a:p>
            <a:fld id="{D01C6ABB-3A7F-4E31-88AE-AD69786A7DA9}" type="slidenum">
              <a:rPr lang="en-US" smtClean="0"/>
              <a:t>10</a:t>
            </a:fld>
            <a:endParaRPr lang="en-US"/>
          </a:p>
        </p:txBody>
      </p:sp>
    </p:spTree>
    <p:extLst>
      <p:ext uri="{BB962C8B-B14F-4D97-AF65-F5344CB8AC3E}">
        <p14:creationId xmlns:p14="http://schemas.microsoft.com/office/powerpoint/2010/main" val="36480659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Risk mitigation plans were developed with the assistance of the network engineer, the software engineer, and the system analyst. The anticipated issues for the remote staff initiative included four likely events. The first three events involve the remote staff networks. Internet issues such as outages, inadequate bandwidth , latency, or packet loss are all potential issues for any internet connection. For home users the chances of these occurring are much higher as there is no backup connection. To mitigate this risk net checks we're done and any connection that was deemed unreliable was remedied with the purchase of a hot spot to act as that backup connection.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Another potential issue would occur if the existing equipment did not support VoIP or could not be configured to support VoIP. The network engineer was able to avoid this issue by collecting information from the remote users on their internet service providers ahead of time, contacting the ISPs for a list of supported devices, and then cross referencing the lists to discover what router would be compatible for all remote users.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third risk mitigated by our network engineer was delays in configuring staff networks. Prior to communicating with staff members about scheduling the network configuration changes and connectivity tests the network engineer developed a checklist for remote staff to use. This list described what settings needed to be checked in addition to what information would be asked such as passwords, makes and models of equipment, internet service provider name, and the speeds that were being paid for. This checklist was then provided to all remote staff members and they were required to schedule their network checks within a specific period of time, or they would be unable to work remotely. The acceptable use policy also outlined these requirements to avoid potential issues with staff members refusing network access for failing to provide it in a timely manner.</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final anticipated risk involved resource accessibility. The concern with this was that remote staff member would either have too much or too little access to company resources. To mitigate this risk the software engineer worked directly with these support staff managers to understand what requirements each support role had to perform their daily operational tasks. A list of unique circumstances was developed to expedite approval should these requirements change and any staff with varying permission requirements were addressed separately. </a:t>
            </a:r>
          </a:p>
        </p:txBody>
      </p:sp>
      <p:sp>
        <p:nvSpPr>
          <p:cNvPr id="4" name="Slide Number Placeholder 3"/>
          <p:cNvSpPr>
            <a:spLocks noGrp="1"/>
          </p:cNvSpPr>
          <p:nvPr>
            <p:ph type="sldNum" sz="quarter" idx="5"/>
          </p:nvPr>
        </p:nvSpPr>
        <p:spPr/>
        <p:txBody>
          <a:bodyPr/>
          <a:lstStyle/>
          <a:p>
            <a:fld id="{D01C6ABB-3A7F-4E31-88AE-AD69786A7DA9}" type="slidenum">
              <a:rPr lang="en-US" smtClean="0"/>
              <a:t>11</a:t>
            </a:fld>
            <a:endParaRPr lang="en-US"/>
          </a:p>
        </p:txBody>
      </p:sp>
    </p:spTree>
    <p:extLst>
      <p:ext uri="{BB962C8B-B14F-4D97-AF65-F5344CB8AC3E}">
        <p14:creationId xmlns:p14="http://schemas.microsoft.com/office/powerpoint/2010/main" val="20094983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Aside from the quality assurance reviews, all meetings were to include all stakeholders to ensure open visibility to all status updates , changes, or issues. This project started with a kickoff meeting to discuss the scope of the project, budget , schedule, roles, and expectations. Status reports would be sent from each stakeholder to all stakeholders via email on a weekly basis. This open communication allowed the team to collaborate and manage their time properly. Milestone reviews were done through virtual meetings on Zoom and essentially involved discussing what was done and briefly discussing the testing phase for that milestone, if applicable. Quality assurance reviews were completed over the phone on a one-on-one basis. The final meeting was at the conclusion of the project to discuss the lessons learned so that documentation could be made to assist projects in the future.  </a:t>
            </a:r>
          </a:p>
        </p:txBody>
      </p:sp>
      <p:sp>
        <p:nvSpPr>
          <p:cNvPr id="4" name="Slide Number Placeholder 3"/>
          <p:cNvSpPr>
            <a:spLocks noGrp="1"/>
          </p:cNvSpPr>
          <p:nvPr>
            <p:ph type="sldNum" sz="quarter" idx="5"/>
          </p:nvPr>
        </p:nvSpPr>
        <p:spPr/>
        <p:txBody>
          <a:bodyPr/>
          <a:lstStyle/>
          <a:p>
            <a:fld id="{D01C6ABB-3A7F-4E31-88AE-AD69786A7DA9}" type="slidenum">
              <a:rPr lang="en-US" smtClean="0"/>
              <a:t>12</a:t>
            </a:fld>
            <a:endParaRPr lang="en-US"/>
          </a:p>
        </p:txBody>
      </p:sp>
    </p:spTree>
    <p:extLst>
      <p:ext uri="{BB962C8B-B14F-4D97-AF65-F5344CB8AC3E}">
        <p14:creationId xmlns:p14="http://schemas.microsoft.com/office/powerpoint/2010/main" val="5493298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Quality management was made possible through preparation and documentation for the hardware, software, and networking components of the project. Acceptance criteria for the hardware included having all computers up to date and webcams installed. For software, all computers were required to have MDM and VPN software installed to allow remote staff access to company resources in a secure manner. This required the software engineer to also verify that the software could not be disabled or compromised by the remote staff member in any way. Finally, the network preparation involved confirming that all networks had at least 10 megabytes up and down for bandwidth, latency was not to exceed 150 milliseconds, there was to be no packet loss, SIP ALG must be disabled, multicast must be enabled, firewall rules must allow connection to the organization, and only one device could perform network address translation on the network. </a:t>
            </a:r>
          </a:p>
        </p:txBody>
      </p:sp>
      <p:sp>
        <p:nvSpPr>
          <p:cNvPr id="4" name="Slide Number Placeholder 3"/>
          <p:cNvSpPr>
            <a:spLocks noGrp="1"/>
          </p:cNvSpPr>
          <p:nvPr>
            <p:ph type="sldNum" sz="quarter" idx="5"/>
          </p:nvPr>
        </p:nvSpPr>
        <p:spPr/>
        <p:txBody>
          <a:bodyPr/>
          <a:lstStyle/>
          <a:p>
            <a:fld id="{D01C6ABB-3A7F-4E31-88AE-AD69786A7DA9}" type="slidenum">
              <a:rPr lang="en-US" smtClean="0"/>
              <a:t>13</a:t>
            </a:fld>
            <a:endParaRPr lang="en-US"/>
          </a:p>
        </p:txBody>
      </p:sp>
    </p:spTree>
    <p:extLst>
      <p:ext uri="{BB962C8B-B14F-4D97-AF65-F5344CB8AC3E}">
        <p14:creationId xmlns:p14="http://schemas.microsoft.com/office/powerpoint/2010/main" val="1059741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project taught our team two major lessons that will aid in future projects for when additional departments begin working remotely or simply with other projects in general. The first major lesson was to pay attention to detail during assessments as it can assist with identifying trends. For the remote staff initiative, the trend identified was a common internet service provider that was causing packet loss for remote staff members. While our team was able to mitigate this risk, it is important to keep a watchful eye for common denominators to expedite a resolution. The second lesson learned was to always have a contingency plan for staff members. It does not matter the length of a project as circumstances can change at the drop of a hat. It is for this reason that it is important that all projects should have defined backup staff members or ensure that the staff members assigned to a project are cross trained and willing to take over any role for any staff member at any time. </a:t>
            </a:r>
          </a:p>
        </p:txBody>
      </p:sp>
      <p:sp>
        <p:nvSpPr>
          <p:cNvPr id="4" name="Slide Number Placeholder 3"/>
          <p:cNvSpPr>
            <a:spLocks noGrp="1"/>
          </p:cNvSpPr>
          <p:nvPr>
            <p:ph type="sldNum" sz="quarter" idx="5"/>
          </p:nvPr>
        </p:nvSpPr>
        <p:spPr/>
        <p:txBody>
          <a:bodyPr/>
          <a:lstStyle/>
          <a:p>
            <a:fld id="{D01C6ABB-3A7F-4E31-88AE-AD69786A7DA9}" type="slidenum">
              <a:rPr lang="en-US" smtClean="0"/>
              <a:t>14</a:t>
            </a:fld>
            <a:endParaRPr lang="en-US"/>
          </a:p>
        </p:txBody>
      </p:sp>
    </p:spTree>
    <p:extLst>
      <p:ext uri="{BB962C8B-B14F-4D97-AF65-F5344CB8AC3E}">
        <p14:creationId xmlns:p14="http://schemas.microsoft.com/office/powerpoint/2010/main" val="35679328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Best practices demonstrated through this project involved regular communication, ample preparation, and substantial documentation. These concepts are critical to the success of any project. Stakeholders should be properly educated on their expected deliverables, quality criteria, constraints, risks, and any other factors relevant to the project. With regular communication the team will be able to properly prepare for the upcoming project. Preparation will assist with limiting changes, reducing risks, expediting tasks, and remaining within the project’s scope. The communication and preparation techniques used for one project can be used to help others as well if properly documented which leads to the third best practice, documentation. Documenting changes, issues, research discoveries, or anything that has been accomplished can all benefit future projects. It is important to realize that just because a project is unique does not mean that the knowledge gained from the project is not valuable </a:t>
            </a:r>
          </a:p>
        </p:txBody>
      </p:sp>
      <p:sp>
        <p:nvSpPr>
          <p:cNvPr id="4" name="Slide Number Placeholder 3"/>
          <p:cNvSpPr>
            <a:spLocks noGrp="1"/>
          </p:cNvSpPr>
          <p:nvPr>
            <p:ph type="sldNum" sz="quarter" idx="5"/>
          </p:nvPr>
        </p:nvSpPr>
        <p:spPr/>
        <p:txBody>
          <a:bodyPr/>
          <a:lstStyle/>
          <a:p>
            <a:fld id="{D01C6ABB-3A7F-4E31-88AE-AD69786A7DA9}" type="slidenum">
              <a:rPr lang="en-US" smtClean="0"/>
              <a:t>15</a:t>
            </a:fld>
            <a:endParaRPr lang="en-US"/>
          </a:p>
        </p:txBody>
      </p:sp>
    </p:spTree>
    <p:extLst>
      <p:ext uri="{BB962C8B-B14F-4D97-AF65-F5344CB8AC3E}">
        <p14:creationId xmlns:p14="http://schemas.microsoft.com/office/powerpoint/2010/main" val="3096756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Despite the many benefits of the remote staff initiative there are a few ethical issues that are worth mentioning. One concern many have with remote work is privacy. While this may not seem to be an obvious issue as the staff member will be out of sight, it is important to consider the methods of how staff will be managed. Factors that must be considered include how will webcams be used. More specifically, will they be used to monitor staff? If so, it is important that this be documented with proof that the staff acknowledges and approves. Monitoring software is another cause for concern when it comes to privacy as employers must ensure that staff members understand that company property should not be used for personal use or it may be subject to data collection of private information (Smith, 2021).</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Another ethical concern with remote work could be that employees feel less obligated to produce the same quality results they would in office. Overtime these remote staff members may begin to cut corners or avoid reporting incidents as they may feel like they will not be caught since no one can see them (Khan, 2020). This dishonesty can have a negative impact not only on the employee’s career if discovered, but also on the organization. </a:t>
            </a:r>
          </a:p>
          <a:p>
            <a:endParaRPr lang="en-US" dirty="0"/>
          </a:p>
        </p:txBody>
      </p:sp>
      <p:sp>
        <p:nvSpPr>
          <p:cNvPr id="4" name="Slide Number Placeholder 3"/>
          <p:cNvSpPr>
            <a:spLocks noGrp="1"/>
          </p:cNvSpPr>
          <p:nvPr>
            <p:ph type="sldNum" sz="quarter" idx="5"/>
          </p:nvPr>
        </p:nvSpPr>
        <p:spPr/>
        <p:txBody>
          <a:bodyPr/>
          <a:lstStyle/>
          <a:p>
            <a:fld id="{D01C6ABB-3A7F-4E31-88AE-AD69786A7DA9}" type="slidenum">
              <a:rPr lang="en-US" smtClean="0"/>
              <a:t>16</a:t>
            </a:fld>
            <a:endParaRPr lang="en-US"/>
          </a:p>
        </p:txBody>
      </p:sp>
    </p:spTree>
    <p:extLst>
      <p:ext uri="{BB962C8B-B14F-4D97-AF65-F5344CB8AC3E}">
        <p14:creationId xmlns:p14="http://schemas.microsoft.com/office/powerpoint/2010/main" val="671534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943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7576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0490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8/1/2021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144042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97647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0472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4823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8/1/2021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68878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1527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30474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967578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36797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720445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240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3694309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3934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8/1/2021</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17605440"/>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slideLayout" Target="../slideLayouts/slideLayout2.xml"/><Relationship Id="rId7" Type="http://schemas.openxmlformats.org/officeDocument/2006/relationships/diagramQuickStyle" Target="../diagrams/quickStyle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10.png"/><Relationship Id="rId4" Type="http://schemas.openxmlformats.org/officeDocument/2006/relationships/notesSlide" Target="../notesSlides/notesSlide1.xm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0.png"/><Relationship Id="rId5" Type="http://schemas.openxmlformats.org/officeDocument/2006/relationships/image" Target="../media/image11.jpe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0.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0.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0.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0.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5" Type="http://schemas.openxmlformats.org/officeDocument/2006/relationships/image" Target="../media/image10.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slideLayout" Target="../slideLayouts/slideLayout2.xml"/><Relationship Id="rId7" Type="http://schemas.openxmlformats.org/officeDocument/2006/relationships/diagramQuickStyle" Target="../diagrams/quickStyle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diagramLayout" Target="../diagrams/layout2.xml"/><Relationship Id="rId5" Type="http://schemas.openxmlformats.org/officeDocument/2006/relationships/diagramData" Target="../diagrams/data2.xml"/><Relationship Id="rId10" Type="http://schemas.openxmlformats.org/officeDocument/2006/relationships/image" Target="../media/image10.png"/><Relationship Id="rId4" Type="http://schemas.openxmlformats.org/officeDocument/2006/relationships/notesSlide" Target="../notesSlides/notesSlide8.xml"/><Relationship Id="rId9" Type="http://schemas.microsoft.com/office/2007/relationships/diagramDrawing" Target="../diagrams/drawing2.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slideLayout" Target="../slideLayouts/slideLayout2.xml"/><Relationship Id="rId7" Type="http://schemas.openxmlformats.org/officeDocument/2006/relationships/diagramQuickStyle" Target="../diagrams/quickStyle3.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diagramLayout" Target="../diagrams/layout3.xml"/><Relationship Id="rId5" Type="http://schemas.openxmlformats.org/officeDocument/2006/relationships/diagramData" Target="../diagrams/data3.xml"/><Relationship Id="rId10" Type="http://schemas.openxmlformats.org/officeDocument/2006/relationships/image" Target="../media/image10.png"/><Relationship Id="rId4" Type="http://schemas.openxmlformats.org/officeDocument/2006/relationships/notesSlide" Target="../notesSlides/notesSlide9.xml"/><Relationship Id="rId9" Type="http://schemas.microsoft.com/office/2007/relationships/diagramDrawing" Target="../diagrams/drawing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10.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10.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10.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slideLayout" Target="../slideLayouts/slideLayout2.xml"/><Relationship Id="rId7" Type="http://schemas.openxmlformats.org/officeDocument/2006/relationships/diagramQuickStyle" Target="../diagrams/quickStyle4.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diagramLayout" Target="../diagrams/layout4.xml"/><Relationship Id="rId5" Type="http://schemas.openxmlformats.org/officeDocument/2006/relationships/diagramData" Target="../diagrams/data4.xml"/><Relationship Id="rId10" Type="http://schemas.openxmlformats.org/officeDocument/2006/relationships/image" Target="../media/image10.png"/><Relationship Id="rId4" Type="http://schemas.openxmlformats.org/officeDocument/2006/relationships/notesSlide" Target="../notesSlides/notesSlide13.xml"/><Relationship Id="rId9" Type="http://schemas.microsoft.com/office/2007/relationships/diagramDrawing" Target="../diagrams/drawing4.xml"/></Relationships>
</file>

<file path=ppt/slides/_rels/slide15.xml.rels><?xml version="1.0" encoding="UTF-8" standalone="yes"?>
<Relationships xmlns="http://schemas.openxmlformats.org/package/2006/relationships"><Relationship Id="rId8" Type="http://schemas.openxmlformats.org/officeDocument/2006/relationships/diagramColors" Target="../diagrams/colors5.xml"/><Relationship Id="rId3" Type="http://schemas.openxmlformats.org/officeDocument/2006/relationships/slideLayout" Target="../slideLayouts/slideLayout2.xml"/><Relationship Id="rId7" Type="http://schemas.openxmlformats.org/officeDocument/2006/relationships/diagramQuickStyle" Target="../diagrams/quickStyle5.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diagramLayout" Target="../diagrams/layout5.xml"/><Relationship Id="rId5" Type="http://schemas.openxmlformats.org/officeDocument/2006/relationships/diagramData" Target="../diagrams/data5.xml"/><Relationship Id="rId10" Type="http://schemas.openxmlformats.org/officeDocument/2006/relationships/image" Target="../media/image10.png"/><Relationship Id="rId4" Type="http://schemas.openxmlformats.org/officeDocument/2006/relationships/notesSlide" Target="../notesSlides/notesSlide14.xml"/><Relationship Id="rId9" Type="http://schemas.microsoft.com/office/2007/relationships/diagramDrawing" Target="../diagrams/drawing5.xml"/></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6.xml"/><Relationship Id="rId3" Type="http://schemas.openxmlformats.org/officeDocument/2006/relationships/slideLayout" Target="../slideLayouts/slideLayout2.xml"/><Relationship Id="rId7" Type="http://schemas.openxmlformats.org/officeDocument/2006/relationships/diagramLayout" Target="../diagrams/layout6.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diagramData" Target="../diagrams/data6.xml"/><Relationship Id="rId11" Type="http://schemas.openxmlformats.org/officeDocument/2006/relationships/image" Target="../media/image10.png"/><Relationship Id="rId5" Type="http://schemas.openxmlformats.org/officeDocument/2006/relationships/image" Target="../media/image30.jpeg"/><Relationship Id="rId10" Type="http://schemas.microsoft.com/office/2007/relationships/diagramDrawing" Target="../diagrams/drawing6.xml"/><Relationship Id="rId4" Type="http://schemas.openxmlformats.org/officeDocument/2006/relationships/notesSlide" Target="../notesSlides/notesSlide15.xml"/><Relationship Id="rId9" Type="http://schemas.openxmlformats.org/officeDocument/2006/relationships/diagramColors" Target="../diagrams/colors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510CF623-DBD8-4F8C-B2B8-3CB885443141}"/>
              </a:ext>
            </a:extLst>
          </p:cNvPr>
          <p:cNvPicPr>
            <a:picLocks noChangeAspect="1"/>
          </p:cNvPicPr>
          <p:nvPr/>
        </p:nvPicPr>
        <p:blipFill rotWithShape="1">
          <a:blip r:embed="rId2"/>
          <a:srcRect l="9877" r="11103" b="2807"/>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24A1755F-AD40-41AE-B73B-CE33650E8FBB}"/>
              </a:ext>
            </a:extLst>
          </p:cNvPr>
          <p:cNvSpPr>
            <a:spLocks noGrp="1"/>
          </p:cNvSpPr>
          <p:nvPr>
            <p:ph type="ctrTitle"/>
          </p:nvPr>
        </p:nvSpPr>
        <p:spPr>
          <a:xfrm>
            <a:off x="668867" y="1678666"/>
            <a:ext cx="4088190" cy="2369093"/>
          </a:xfrm>
        </p:spPr>
        <p:txBody>
          <a:bodyPr>
            <a:normAutofit/>
          </a:bodyPr>
          <a:lstStyle/>
          <a:p>
            <a:pPr algn="ctr"/>
            <a:r>
              <a:rPr lang="en-US" sz="4800"/>
              <a:t>Remote Staff Initiative</a:t>
            </a:r>
            <a:endParaRPr lang="en-US" sz="4800" dirty="0"/>
          </a:p>
        </p:txBody>
      </p:sp>
      <p:sp>
        <p:nvSpPr>
          <p:cNvPr id="3" name="Subtitle 2">
            <a:extLst>
              <a:ext uri="{FF2B5EF4-FFF2-40B4-BE49-F238E27FC236}">
                <a16:creationId xmlns:a16="http://schemas.microsoft.com/office/drawing/2014/main" id="{3FB27D5E-7CCA-4C64-BBFD-E0389A6AAC85}"/>
              </a:ext>
            </a:extLst>
          </p:cNvPr>
          <p:cNvSpPr>
            <a:spLocks noGrp="1"/>
          </p:cNvSpPr>
          <p:nvPr>
            <p:ph type="subTitle" idx="1"/>
          </p:nvPr>
        </p:nvSpPr>
        <p:spPr>
          <a:xfrm>
            <a:off x="677335" y="4050831"/>
            <a:ext cx="4079721" cy="1096901"/>
          </a:xfrm>
        </p:spPr>
        <p:txBody>
          <a:bodyPr>
            <a:normAutofit/>
          </a:bodyPr>
          <a:lstStyle/>
          <a:p>
            <a:pPr algn="ctr"/>
            <a:r>
              <a:rPr lang="en-US" sz="1600"/>
              <a:t>By Felicia Ainslie</a:t>
            </a:r>
          </a:p>
          <a:p>
            <a:pPr algn="ctr"/>
            <a:r>
              <a:rPr lang="en-US" sz="1600"/>
              <a:t>Purdue University Global</a:t>
            </a:r>
            <a:endParaRPr lang="en-US" sz="1600" dirty="0"/>
          </a:p>
        </p:txBody>
      </p:sp>
      <p:cxnSp>
        <p:nvCxnSpPr>
          <p:cNvPr id="25" name="Straight Connector 27">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7" name="Straight Connector 29">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404040"/>
            </a:solidFill>
          </a:ln>
        </p:spPr>
        <p:style>
          <a:lnRef idx="2">
            <a:schemeClr val="accent1"/>
          </a:lnRef>
          <a:fillRef idx="0">
            <a:schemeClr val="accent1"/>
          </a:fillRef>
          <a:effectRef idx="1">
            <a:schemeClr val="accent1"/>
          </a:effectRef>
          <a:fontRef idx="minor">
            <a:schemeClr val="tx1"/>
          </a:fontRef>
        </p:style>
      </p:cxnSp>
      <p:sp>
        <p:nvSpPr>
          <p:cNvPr id="29"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116795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1DA27254-207B-4B52-973B-03A6D7C25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B36EFD-3C7E-44B4-B0B0-0F1BF66B3C79}"/>
              </a:ext>
            </a:extLst>
          </p:cNvPr>
          <p:cNvSpPr>
            <a:spLocks noGrp="1"/>
          </p:cNvSpPr>
          <p:nvPr>
            <p:ph type="title"/>
          </p:nvPr>
        </p:nvSpPr>
        <p:spPr>
          <a:xfrm>
            <a:off x="652481" y="1382486"/>
            <a:ext cx="3547581" cy="4093028"/>
          </a:xfrm>
        </p:spPr>
        <p:txBody>
          <a:bodyPr anchor="ctr">
            <a:normAutofit/>
          </a:bodyPr>
          <a:lstStyle/>
          <a:p>
            <a:r>
              <a:rPr lang="en-US" sz="4400" dirty="0"/>
              <a:t>Project Overview</a:t>
            </a:r>
          </a:p>
        </p:txBody>
      </p:sp>
      <p:grpSp>
        <p:nvGrpSpPr>
          <p:cNvPr id="44" name="Group 43">
            <a:extLst>
              <a:ext uri="{FF2B5EF4-FFF2-40B4-BE49-F238E27FC236}">
                <a16:creationId xmlns:a16="http://schemas.microsoft.com/office/drawing/2014/main" id="{AE3358E8-FEB4-4E5C-903A-92C75E6BDD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45" name="Straight Connector 44">
              <a:extLst>
                <a:ext uri="{FF2B5EF4-FFF2-40B4-BE49-F238E27FC236}">
                  <a16:creationId xmlns:a16="http://schemas.microsoft.com/office/drawing/2014/main" id="{65FE9BA5-5847-4FF3-960A-4E3AC28E37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76D98C19-CACB-4DEB-9AA7-5E1D776DBCE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47" name="Rectangle 23">
              <a:extLst>
                <a:ext uri="{FF2B5EF4-FFF2-40B4-BE49-F238E27FC236}">
                  <a16:creationId xmlns:a16="http://schemas.microsoft.com/office/drawing/2014/main" id="{8EA0C28F-AA7D-46C7-8D8A-CE97E7EB07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8" name="Rectangle 25">
              <a:extLst>
                <a:ext uri="{FF2B5EF4-FFF2-40B4-BE49-F238E27FC236}">
                  <a16:creationId xmlns:a16="http://schemas.microsoft.com/office/drawing/2014/main" id="{50B7A449-3821-4275-97E9-6B1FF91DE1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9" name="Isosceles Triangle 48">
              <a:extLst>
                <a:ext uri="{FF2B5EF4-FFF2-40B4-BE49-F238E27FC236}">
                  <a16:creationId xmlns:a16="http://schemas.microsoft.com/office/drawing/2014/main" id="{D15285ED-C1E9-4539-9551-2D9D3B897D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50" name="Rectangle 27">
              <a:extLst>
                <a:ext uri="{FF2B5EF4-FFF2-40B4-BE49-F238E27FC236}">
                  <a16:creationId xmlns:a16="http://schemas.microsoft.com/office/drawing/2014/main" id="{A57A772B-029C-402F-8961-04AD1B6112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1" name="Rectangle 28">
              <a:extLst>
                <a:ext uri="{FF2B5EF4-FFF2-40B4-BE49-F238E27FC236}">
                  <a16:creationId xmlns:a16="http://schemas.microsoft.com/office/drawing/2014/main" id="{43A98072-A351-47FB-8807-1EEDBF77E3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2" name="Rectangle 29">
              <a:extLst>
                <a:ext uri="{FF2B5EF4-FFF2-40B4-BE49-F238E27FC236}">
                  <a16:creationId xmlns:a16="http://schemas.microsoft.com/office/drawing/2014/main" id="{3BC2C561-1ADE-495B-A04A-92DE414F5D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53" name="Isosceles Triangle 52">
              <a:extLst>
                <a:ext uri="{FF2B5EF4-FFF2-40B4-BE49-F238E27FC236}">
                  <a16:creationId xmlns:a16="http://schemas.microsoft.com/office/drawing/2014/main" id="{FE633B79-4994-47EC-9479-56BA3E3A5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55" name="Rectangle 54">
            <a:extLst>
              <a:ext uri="{FF2B5EF4-FFF2-40B4-BE49-F238E27FC236}">
                <a16:creationId xmlns:a16="http://schemas.microsoft.com/office/drawing/2014/main" id="{D6188152-70CA-4742-AA0D-863A7FDB47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8" name="Content Placeholder 2">
            <a:extLst>
              <a:ext uri="{FF2B5EF4-FFF2-40B4-BE49-F238E27FC236}">
                <a16:creationId xmlns:a16="http://schemas.microsoft.com/office/drawing/2014/main" id="{0421284A-0ACE-4AA1-84EB-27B0B53835E6}"/>
              </a:ext>
            </a:extLst>
          </p:cNvPr>
          <p:cNvGraphicFramePr>
            <a:graphicFrameLocks noGrp="1"/>
          </p:cNvGraphicFramePr>
          <p:nvPr>
            <p:ph idx="1"/>
            <p:extLst>
              <p:ext uri="{D42A27DB-BD31-4B8C-83A1-F6EECF244321}">
                <p14:modId xmlns:p14="http://schemas.microsoft.com/office/powerpoint/2010/main" val="689118186"/>
              </p:ext>
            </p:extLst>
          </p:nvPr>
        </p:nvGraphicFramePr>
        <p:xfrm>
          <a:off x="4876847" y="944563"/>
          <a:ext cx="6656769" cy="492121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4" name="Project Overview">
            <a:hlinkClick r:id="" action="ppaction://media"/>
            <a:extLst>
              <a:ext uri="{FF2B5EF4-FFF2-40B4-BE49-F238E27FC236}">
                <a16:creationId xmlns:a16="http://schemas.microsoft.com/office/drawing/2014/main" id="{23FAEC38-71C0-47CE-A371-CD1F05DBA853}"/>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545470" y="4343400"/>
            <a:ext cx="609600" cy="609600"/>
          </a:xfrm>
          <a:prstGeom prst="rect">
            <a:avLst/>
          </a:prstGeom>
        </p:spPr>
      </p:pic>
    </p:spTree>
    <p:extLst>
      <p:ext uri="{BB962C8B-B14F-4D97-AF65-F5344CB8AC3E}">
        <p14:creationId xmlns:p14="http://schemas.microsoft.com/office/powerpoint/2010/main" val="186384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298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6" name="Rectangle 105">
            <a:extLst>
              <a:ext uri="{FF2B5EF4-FFF2-40B4-BE49-F238E27FC236}">
                <a16:creationId xmlns:a16="http://schemas.microsoft.com/office/drawing/2014/main" id="{531A7071-A1E3-4ABD-9E3C-984F3F9D15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7" name="Picture 96" descr="White bulbs with a yellow one standing out">
            <a:extLst>
              <a:ext uri="{FF2B5EF4-FFF2-40B4-BE49-F238E27FC236}">
                <a16:creationId xmlns:a16="http://schemas.microsoft.com/office/drawing/2014/main" id="{B7727901-1132-4EF2-A39D-FF255868BC53}"/>
              </a:ext>
            </a:extLst>
          </p:cNvPr>
          <p:cNvPicPr>
            <a:picLocks noChangeAspect="1"/>
          </p:cNvPicPr>
          <p:nvPr/>
        </p:nvPicPr>
        <p:blipFill rotWithShape="1">
          <a:blip r:embed="rId5">
            <a:duotone>
              <a:schemeClr val="bg2">
                <a:shade val="45000"/>
                <a:satMod val="135000"/>
              </a:schemeClr>
              <a:prstClr val="white"/>
            </a:duotone>
            <a:alphaModFix amt="15000"/>
          </a:blip>
          <a:srcRect b="15730"/>
          <a:stretch/>
        </p:blipFill>
        <p:spPr>
          <a:xfrm>
            <a:off x="-3175" y="-18520"/>
            <a:ext cx="12191999" cy="6858000"/>
          </a:xfrm>
          <a:prstGeom prst="rect">
            <a:avLst/>
          </a:prstGeom>
        </p:spPr>
      </p:pic>
      <p:grpSp>
        <p:nvGrpSpPr>
          <p:cNvPr id="119" name="Group 107">
            <a:extLst>
              <a:ext uri="{FF2B5EF4-FFF2-40B4-BE49-F238E27FC236}">
                <a16:creationId xmlns:a16="http://schemas.microsoft.com/office/drawing/2014/main" id="{D7450C65-F562-4A93-8E4C-2B1A1D6D13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9" name="Straight Connector 108">
              <a:extLst>
                <a:ext uri="{FF2B5EF4-FFF2-40B4-BE49-F238E27FC236}">
                  <a16:creationId xmlns:a16="http://schemas.microsoft.com/office/drawing/2014/main" id="{AF0563B9-ECBE-4965-97D7-9882F6A74B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0" name="Straight Connector 109">
              <a:extLst>
                <a:ext uri="{FF2B5EF4-FFF2-40B4-BE49-F238E27FC236}">
                  <a16:creationId xmlns:a16="http://schemas.microsoft.com/office/drawing/2014/main" id="{D7E91126-5A58-4664-9FA6-5EC835C635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11" name="Rectangle 23">
              <a:extLst>
                <a:ext uri="{FF2B5EF4-FFF2-40B4-BE49-F238E27FC236}">
                  <a16:creationId xmlns:a16="http://schemas.microsoft.com/office/drawing/2014/main" id="{EF18AD9C-F20A-40DA-85EC-AE24CBA4CA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2" name="Rectangle 25">
              <a:extLst>
                <a:ext uri="{FF2B5EF4-FFF2-40B4-BE49-F238E27FC236}">
                  <a16:creationId xmlns:a16="http://schemas.microsoft.com/office/drawing/2014/main" id="{5ED32872-350A-42F9-BACB-7E8FFE557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3" name="Isosceles Triangle 112">
              <a:extLst>
                <a:ext uri="{FF2B5EF4-FFF2-40B4-BE49-F238E27FC236}">
                  <a16:creationId xmlns:a16="http://schemas.microsoft.com/office/drawing/2014/main" id="{C409006C-800B-4ECA-9974-89CBD0498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4" name="Rectangle 27">
              <a:extLst>
                <a:ext uri="{FF2B5EF4-FFF2-40B4-BE49-F238E27FC236}">
                  <a16:creationId xmlns:a16="http://schemas.microsoft.com/office/drawing/2014/main" id="{AA88B005-7B82-4ACE-B3D5-1BAD7E2A57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5" name="Rectangle 28">
              <a:extLst>
                <a:ext uri="{FF2B5EF4-FFF2-40B4-BE49-F238E27FC236}">
                  <a16:creationId xmlns:a16="http://schemas.microsoft.com/office/drawing/2014/main" id="{DC68DADB-A002-4B49-8932-F71D25B3F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6" name="Rectangle 29">
              <a:extLst>
                <a:ext uri="{FF2B5EF4-FFF2-40B4-BE49-F238E27FC236}">
                  <a16:creationId xmlns:a16="http://schemas.microsoft.com/office/drawing/2014/main" id="{63238F89-5D1B-4101-8493-5A72E178B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7" name="Isosceles Triangle 116">
              <a:extLst>
                <a:ext uri="{FF2B5EF4-FFF2-40B4-BE49-F238E27FC236}">
                  <a16:creationId xmlns:a16="http://schemas.microsoft.com/office/drawing/2014/main" id="{D4094520-ACA0-47DD-8EB5-084BD92E86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8" name="Isosceles Triangle 117">
              <a:extLst>
                <a:ext uri="{FF2B5EF4-FFF2-40B4-BE49-F238E27FC236}">
                  <a16:creationId xmlns:a16="http://schemas.microsoft.com/office/drawing/2014/main" id="{29E6287E-AD72-4AD3-981F-086045BCA5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9BB034FC-C172-4D7A-AF11-64000D4AF331}"/>
              </a:ext>
            </a:extLst>
          </p:cNvPr>
          <p:cNvSpPr>
            <a:spLocks noGrp="1"/>
          </p:cNvSpPr>
          <p:nvPr>
            <p:ph type="title"/>
          </p:nvPr>
        </p:nvSpPr>
        <p:spPr>
          <a:xfrm>
            <a:off x="677334" y="609600"/>
            <a:ext cx="8596668" cy="1320800"/>
          </a:xfrm>
        </p:spPr>
        <p:txBody>
          <a:bodyPr>
            <a:normAutofit/>
          </a:bodyPr>
          <a:lstStyle/>
          <a:p>
            <a:r>
              <a:rPr lang="en-US" dirty="0"/>
              <a:t>Stakeholder Expectations</a:t>
            </a:r>
          </a:p>
        </p:txBody>
      </p:sp>
      <p:sp>
        <p:nvSpPr>
          <p:cNvPr id="94" name="Content Placeholder 2">
            <a:extLst>
              <a:ext uri="{FF2B5EF4-FFF2-40B4-BE49-F238E27FC236}">
                <a16:creationId xmlns:a16="http://schemas.microsoft.com/office/drawing/2014/main" id="{A1CE4592-692A-42FF-A5C4-72E6E19905BB}"/>
              </a:ext>
            </a:extLst>
          </p:cNvPr>
          <p:cNvSpPr>
            <a:spLocks noGrp="1"/>
          </p:cNvSpPr>
          <p:nvPr>
            <p:ph idx="1"/>
          </p:nvPr>
        </p:nvSpPr>
        <p:spPr>
          <a:xfrm>
            <a:off x="677334" y="3048000"/>
            <a:ext cx="8596668" cy="2993362"/>
          </a:xfrm>
        </p:spPr>
        <p:txBody>
          <a:bodyPr>
            <a:normAutofit/>
          </a:bodyPr>
          <a:lstStyle/>
          <a:p>
            <a:r>
              <a:rPr lang="en-US" dirty="0"/>
              <a:t>Project manager</a:t>
            </a:r>
          </a:p>
          <a:p>
            <a:r>
              <a:rPr lang="en-US" dirty="0"/>
              <a:t>Systems analyst</a:t>
            </a:r>
          </a:p>
          <a:p>
            <a:r>
              <a:rPr lang="en-US" dirty="0"/>
              <a:t>Quality assurance specialist</a:t>
            </a:r>
          </a:p>
          <a:p>
            <a:r>
              <a:rPr lang="en-US" dirty="0"/>
              <a:t>Software engineer</a:t>
            </a:r>
          </a:p>
          <a:p>
            <a:r>
              <a:rPr lang="en-US" dirty="0"/>
              <a:t>Network engineer </a:t>
            </a:r>
          </a:p>
          <a:p>
            <a:r>
              <a:rPr lang="en-US" dirty="0"/>
              <a:t>Hardware technician</a:t>
            </a:r>
          </a:p>
        </p:txBody>
      </p:sp>
      <p:pic>
        <p:nvPicPr>
          <p:cNvPr id="4" name="Stakeholder Expectations">
            <a:hlinkClick r:id="" action="ppaction://media"/>
            <a:extLst>
              <a:ext uri="{FF2B5EF4-FFF2-40B4-BE49-F238E27FC236}">
                <a16:creationId xmlns:a16="http://schemas.microsoft.com/office/drawing/2014/main" id="{EE0F7F10-5CBA-4AD9-9F52-434EB2D07E2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6092824" y="660400"/>
            <a:ext cx="609600" cy="609600"/>
          </a:xfrm>
          <a:prstGeom prst="rect">
            <a:avLst/>
          </a:prstGeom>
        </p:spPr>
      </p:pic>
    </p:spTree>
    <p:extLst>
      <p:ext uri="{BB962C8B-B14F-4D97-AF65-F5344CB8AC3E}">
        <p14:creationId xmlns:p14="http://schemas.microsoft.com/office/powerpoint/2010/main" val="3523408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103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AF556B2-A92C-4FA5-BFD2-4B362F5A626D}"/>
              </a:ext>
            </a:extLst>
          </p:cNvPr>
          <p:cNvSpPr>
            <a:spLocks noGrp="1"/>
          </p:cNvSpPr>
          <p:nvPr>
            <p:ph type="title"/>
          </p:nvPr>
        </p:nvSpPr>
        <p:spPr>
          <a:xfrm>
            <a:off x="643467" y="816638"/>
            <a:ext cx="3367359" cy="5224724"/>
          </a:xfrm>
        </p:spPr>
        <p:txBody>
          <a:bodyPr anchor="ctr">
            <a:normAutofit/>
          </a:bodyPr>
          <a:lstStyle/>
          <a:p>
            <a:r>
              <a:rPr lang="en-US"/>
              <a:t>Milestones</a:t>
            </a:r>
            <a:endParaRPr lang="en-US" dirty="0"/>
          </a:p>
        </p:txBody>
      </p:sp>
      <p:sp>
        <p:nvSpPr>
          <p:cNvPr id="7" name="Content Placeholder 2">
            <a:extLst>
              <a:ext uri="{FF2B5EF4-FFF2-40B4-BE49-F238E27FC236}">
                <a16:creationId xmlns:a16="http://schemas.microsoft.com/office/drawing/2014/main" id="{BB04BA1E-CA5C-41BB-8F2D-4CFCA56F6A52}"/>
              </a:ext>
            </a:extLst>
          </p:cNvPr>
          <p:cNvSpPr>
            <a:spLocks noGrp="1"/>
          </p:cNvSpPr>
          <p:nvPr>
            <p:ph idx="1"/>
          </p:nvPr>
        </p:nvSpPr>
        <p:spPr>
          <a:xfrm>
            <a:off x="4654295" y="816638"/>
            <a:ext cx="4619706" cy="5224724"/>
          </a:xfrm>
        </p:spPr>
        <p:txBody>
          <a:bodyPr anchor="ctr">
            <a:normAutofit/>
          </a:bodyPr>
          <a:lstStyle/>
          <a:p>
            <a:r>
              <a:rPr lang="en-US" dirty="0"/>
              <a:t>Analysis</a:t>
            </a:r>
          </a:p>
          <a:p>
            <a:r>
              <a:rPr lang="en-US" dirty="0"/>
              <a:t>Acceptable Use Policy</a:t>
            </a:r>
          </a:p>
          <a:p>
            <a:r>
              <a:rPr lang="en-US" dirty="0"/>
              <a:t>Prepare Hardware</a:t>
            </a:r>
          </a:p>
          <a:p>
            <a:r>
              <a:rPr lang="en-US" dirty="0"/>
              <a:t>Prepare Software</a:t>
            </a:r>
          </a:p>
          <a:p>
            <a:r>
              <a:rPr lang="en-US" dirty="0"/>
              <a:t>Prepare Network</a:t>
            </a:r>
          </a:p>
          <a:p>
            <a:r>
              <a:rPr lang="en-US" dirty="0"/>
              <a:t>Testing</a:t>
            </a:r>
          </a:p>
          <a:p>
            <a:r>
              <a:rPr lang="en-US" dirty="0"/>
              <a:t>Assessments</a:t>
            </a:r>
          </a:p>
        </p:txBody>
      </p:sp>
      <p:pic>
        <p:nvPicPr>
          <p:cNvPr id="4" name="Milestones">
            <a:hlinkClick r:id="" action="ppaction://media"/>
            <a:extLst>
              <a:ext uri="{FF2B5EF4-FFF2-40B4-BE49-F238E27FC236}">
                <a16:creationId xmlns:a16="http://schemas.microsoft.com/office/drawing/2014/main" id="{EBFC2890-87B7-43C2-A9CF-65CBFDEE61F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495926" y="3954379"/>
            <a:ext cx="609600" cy="609600"/>
          </a:xfrm>
          <a:prstGeom prst="rect">
            <a:avLst/>
          </a:prstGeom>
        </p:spPr>
      </p:pic>
    </p:spTree>
    <p:extLst>
      <p:ext uri="{BB962C8B-B14F-4D97-AF65-F5344CB8AC3E}">
        <p14:creationId xmlns:p14="http://schemas.microsoft.com/office/powerpoint/2010/main" val="3152934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081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AF556B2-A92C-4FA5-BFD2-4B362F5A626D}"/>
              </a:ext>
            </a:extLst>
          </p:cNvPr>
          <p:cNvSpPr>
            <a:spLocks noGrp="1"/>
          </p:cNvSpPr>
          <p:nvPr>
            <p:ph type="title"/>
          </p:nvPr>
        </p:nvSpPr>
        <p:spPr>
          <a:xfrm>
            <a:off x="643467" y="816638"/>
            <a:ext cx="3367359" cy="5224724"/>
          </a:xfrm>
        </p:spPr>
        <p:txBody>
          <a:bodyPr anchor="ctr">
            <a:normAutofit/>
          </a:bodyPr>
          <a:lstStyle/>
          <a:p>
            <a:r>
              <a:rPr lang="en-US" dirty="0"/>
              <a:t>Deliverables</a:t>
            </a:r>
          </a:p>
        </p:txBody>
      </p:sp>
      <p:sp>
        <p:nvSpPr>
          <p:cNvPr id="3" name="Content Placeholder 2">
            <a:extLst>
              <a:ext uri="{FF2B5EF4-FFF2-40B4-BE49-F238E27FC236}">
                <a16:creationId xmlns:a16="http://schemas.microsoft.com/office/drawing/2014/main" id="{BB04BA1E-CA5C-41BB-8F2D-4CFCA56F6A52}"/>
              </a:ext>
            </a:extLst>
          </p:cNvPr>
          <p:cNvSpPr>
            <a:spLocks noGrp="1"/>
          </p:cNvSpPr>
          <p:nvPr>
            <p:ph idx="1"/>
          </p:nvPr>
        </p:nvSpPr>
        <p:spPr>
          <a:xfrm>
            <a:off x="4654295" y="816638"/>
            <a:ext cx="4619706" cy="5224724"/>
          </a:xfrm>
        </p:spPr>
        <p:txBody>
          <a:bodyPr anchor="ctr">
            <a:normAutofit/>
          </a:bodyPr>
          <a:lstStyle/>
          <a:p>
            <a:r>
              <a:rPr lang="en-US" dirty="0"/>
              <a:t>AUP contracts signed</a:t>
            </a:r>
          </a:p>
          <a:p>
            <a:r>
              <a:rPr lang="en-US" dirty="0"/>
              <a:t>Install webcams</a:t>
            </a:r>
          </a:p>
          <a:p>
            <a:r>
              <a:rPr lang="en-US" dirty="0"/>
              <a:t>Install MDM</a:t>
            </a:r>
          </a:p>
          <a:p>
            <a:r>
              <a:rPr lang="en-US" dirty="0"/>
              <a:t>Install VPN</a:t>
            </a:r>
          </a:p>
          <a:p>
            <a:r>
              <a:rPr lang="en-US" dirty="0"/>
              <a:t>Install Routers</a:t>
            </a:r>
          </a:p>
        </p:txBody>
      </p:sp>
      <p:pic>
        <p:nvPicPr>
          <p:cNvPr id="4" name="Deliverables">
            <a:hlinkClick r:id="" action="ppaction://media"/>
            <a:extLst>
              <a:ext uri="{FF2B5EF4-FFF2-40B4-BE49-F238E27FC236}">
                <a16:creationId xmlns:a16="http://schemas.microsoft.com/office/drawing/2014/main" id="{4CCB6588-E187-4B62-9581-D34675C8331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7599" y="3858126"/>
            <a:ext cx="609600" cy="609600"/>
          </a:xfrm>
          <a:prstGeom prst="rect">
            <a:avLst/>
          </a:prstGeom>
        </p:spPr>
      </p:pic>
    </p:spTree>
    <p:extLst>
      <p:ext uri="{BB962C8B-B14F-4D97-AF65-F5344CB8AC3E}">
        <p14:creationId xmlns:p14="http://schemas.microsoft.com/office/powerpoint/2010/main" val="3269492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318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86" name="Group 85">
            <a:extLst>
              <a:ext uri="{FF2B5EF4-FFF2-40B4-BE49-F238E27FC236}">
                <a16:creationId xmlns:a16="http://schemas.microsoft.com/office/drawing/2014/main" id="{E0BF35CA-8AA0-428F-ABED-5B77A6C39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87" name="Straight Connector 86">
              <a:extLst>
                <a:ext uri="{FF2B5EF4-FFF2-40B4-BE49-F238E27FC236}">
                  <a16:creationId xmlns:a16="http://schemas.microsoft.com/office/drawing/2014/main" id="{FA4A156A-791B-4BD9-8452-A798A15D22C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27652CB1-59D3-4DAB-AD45-8DFB738958E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89" name="Rectangle 23">
              <a:extLst>
                <a:ext uri="{FF2B5EF4-FFF2-40B4-BE49-F238E27FC236}">
                  <a16:creationId xmlns:a16="http://schemas.microsoft.com/office/drawing/2014/main" id="{83539C1B-883E-4130-95FA-2A6FD3E49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0" name="Rectangle 25">
              <a:extLst>
                <a:ext uri="{FF2B5EF4-FFF2-40B4-BE49-F238E27FC236}">
                  <a16:creationId xmlns:a16="http://schemas.microsoft.com/office/drawing/2014/main" id="{244CEE5F-144C-437F-9472-22EE3E3D1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1" name="Isosceles Triangle 90">
              <a:extLst>
                <a:ext uri="{FF2B5EF4-FFF2-40B4-BE49-F238E27FC236}">
                  <a16:creationId xmlns:a16="http://schemas.microsoft.com/office/drawing/2014/main" id="{0621BB31-AA71-4E9B-8854-3C62F162FE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92" name="Rectangle 27">
              <a:extLst>
                <a:ext uri="{FF2B5EF4-FFF2-40B4-BE49-F238E27FC236}">
                  <a16:creationId xmlns:a16="http://schemas.microsoft.com/office/drawing/2014/main" id="{5336141D-E3C6-4E7B-8923-B31C3E16F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3" name="Rectangle 28">
              <a:extLst>
                <a:ext uri="{FF2B5EF4-FFF2-40B4-BE49-F238E27FC236}">
                  <a16:creationId xmlns:a16="http://schemas.microsoft.com/office/drawing/2014/main" id="{F113BE6F-9D13-4E70-B7AB-C8CC2546A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4" name="Rectangle 29">
              <a:extLst>
                <a:ext uri="{FF2B5EF4-FFF2-40B4-BE49-F238E27FC236}">
                  <a16:creationId xmlns:a16="http://schemas.microsoft.com/office/drawing/2014/main" id="{FBEB82C3-C636-4A90-B9A5-905EC38E0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95" name="Isosceles Triangle 94">
              <a:extLst>
                <a:ext uri="{FF2B5EF4-FFF2-40B4-BE49-F238E27FC236}">
                  <a16:creationId xmlns:a16="http://schemas.microsoft.com/office/drawing/2014/main" id="{646B4C4A-5A81-43CF-93ED-5FA59D5BE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96" name="Isosceles Triangle 95">
              <a:extLst>
                <a:ext uri="{FF2B5EF4-FFF2-40B4-BE49-F238E27FC236}">
                  <a16:creationId xmlns:a16="http://schemas.microsoft.com/office/drawing/2014/main" id="{C3715C1A-EBA1-41A6-AC20-D6A7C4871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62EB60B5-28CB-4A9A-BF57-B608FD9D9A20}"/>
              </a:ext>
            </a:extLst>
          </p:cNvPr>
          <p:cNvSpPr>
            <a:spLocks noGrp="1"/>
          </p:cNvSpPr>
          <p:nvPr>
            <p:ph type="title"/>
          </p:nvPr>
        </p:nvSpPr>
        <p:spPr>
          <a:xfrm>
            <a:off x="927919" y="5166363"/>
            <a:ext cx="8288032" cy="1691637"/>
          </a:xfrm>
        </p:spPr>
        <p:txBody>
          <a:bodyPr vert="horz" lIns="91440" tIns="45720" rIns="91440" bIns="45720" rtlCol="0" anchor="b">
            <a:normAutofit/>
          </a:bodyPr>
          <a:lstStyle/>
          <a:p>
            <a:pPr algn="ctr"/>
            <a:r>
              <a:rPr lang="en-US" sz="4800" dirty="0">
                <a:solidFill>
                  <a:schemeClr val="tx1"/>
                </a:solidFill>
              </a:rPr>
              <a:t>Schedule</a:t>
            </a:r>
          </a:p>
        </p:txBody>
      </p:sp>
      <p:grpSp>
        <p:nvGrpSpPr>
          <p:cNvPr id="381" name="Group 380">
            <a:extLst>
              <a:ext uri="{FF2B5EF4-FFF2-40B4-BE49-F238E27FC236}">
                <a16:creationId xmlns:a16="http://schemas.microsoft.com/office/drawing/2014/main" id="{8D96B64D-3B6D-49B9-BD77-2B43BB5A0D42}"/>
              </a:ext>
            </a:extLst>
          </p:cNvPr>
          <p:cNvGrpSpPr/>
          <p:nvPr/>
        </p:nvGrpSpPr>
        <p:grpSpPr>
          <a:xfrm>
            <a:off x="39593" y="1003861"/>
            <a:ext cx="10339402" cy="4314696"/>
            <a:chOff x="87719" y="1148237"/>
            <a:chExt cx="10339402" cy="4314696"/>
          </a:xfrm>
        </p:grpSpPr>
        <p:grpSp>
          <p:nvGrpSpPr>
            <p:cNvPr id="380" name="Group 379">
              <a:extLst>
                <a:ext uri="{FF2B5EF4-FFF2-40B4-BE49-F238E27FC236}">
                  <a16:creationId xmlns:a16="http://schemas.microsoft.com/office/drawing/2014/main" id="{AE2DDA0A-228A-4BF3-A8EF-6ADD7A370387}"/>
                </a:ext>
              </a:extLst>
            </p:cNvPr>
            <p:cNvGrpSpPr/>
            <p:nvPr/>
          </p:nvGrpSpPr>
          <p:grpSpPr>
            <a:xfrm>
              <a:off x="87719" y="1148237"/>
              <a:ext cx="10339402" cy="4314696"/>
              <a:chOff x="87719" y="1148237"/>
              <a:chExt cx="10339402" cy="4314696"/>
            </a:xfrm>
          </p:grpSpPr>
          <p:grpSp>
            <p:nvGrpSpPr>
              <p:cNvPr id="338" name="Group 337">
                <a:extLst>
                  <a:ext uri="{FF2B5EF4-FFF2-40B4-BE49-F238E27FC236}">
                    <a16:creationId xmlns:a16="http://schemas.microsoft.com/office/drawing/2014/main" id="{A2C3369D-8D2B-4404-A1D2-2D969BA4EF7B}"/>
                  </a:ext>
                </a:extLst>
              </p:cNvPr>
              <p:cNvGrpSpPr/>
              <p:nvPr/>
            </p:nvGrpSpPr>
            <p:grpSpPr>
              <a:xfrm>
                <a:off x="382137" y="1148237"/>
                <a:ext cx="9321417" cy="1436147"/>
                <a:chOff x="749698" y="1707802"/>
                <a:chExt cx="8493585" cy="1436147"/>
              </a:xfrm>
            </p:grpSpPr>
            <p:sp>
              <p:nvSpPr>
                <p:cNvPr id="231" name="ProjectBar-Left-Label">
                  <a:extLst>
                    <a:ext uri="{FF2B5EF4-FFF2-40B4-BE49-F238E27FC236}">
                      <a16:creationId xmlns:a16="http://schemas.microsoft.com/office/drawing/2014/main" id="{32E078F7-EB8E-4A81-B7C0-4301D9978A62}"/>
                    </a:ext>
                  </a:extLst>
                </p:cNvPr>
                <p:cNvSpPr txBox="1"/>
                <p:nvPr/>
              </p:nvSpPr>
              <p:spPr>
                <a:xfrm>
                  <a:off x="749698" y="2202571"/>
                  <a:ext cx="752475" cy="457200"/>
                </a:xfrm>
                <a:prstGeom prst="rect">
                  <a:avLst/>
                </a:prstGeom>
                <a:noFill/>
                <a:ln>
                  <a:noFill/>
                </a:ln>
                <a:effectLst/>
              </p:spPr>
              <p:txBody>
                <a:bodyPr rot="0" spcFirstLastPara="0" vert="horz" wrap="square" lIns="0" tIns="0" rIns="0" bIns="0" spcCol="0" rtlCol="0" anchor="ctr" forceAA="0" compatLnSpc="1">
                  <a:prstTxWarp prst="textNoShape">
                    <a:avLst/>
                  </a:prstTxWarp>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effectLst/>
                      <a:uLnTx/>
                      <a:uFillTx/>
                      <a:latin typeface="Segoe UI"/>
                    </a:rPr>
                    <a:t>Start</a:t>
                  </a:r>
                  <a:br>
                    <a:rPr kumimoji="0" sz="1400" b="0" i="0" u="none" strike="noStrike" kern="0" cap="none" spc="0" normalizeH="0" baseline="0" noProof="0" dirty="0">
                      <a:ln>
                        <a:noFill/>
                      </a:ln>
                      <a:effectLst/>
                      <a:uLnTx/>
                      <a:uFillTx/>
                    </a:rPr>
                  </a:br>
                  <a:r>
                    <a:rPr kumimoji="0" lang="en-US" sz="1400" b="1" i="0" u="none" strike="noStrike" kern="0" cap="none" spc="0" normalizeH="0" baseline="0" noProof="0" dirty="0">
                      <a:ln>
                        <a:noFill/>
                      </a:ln>
                      <a:effectLst/>
                      <a:uLnTx/>
                      <a:uFillTx/>
                      <a:latin typeface="Segoe UI"/>
                    </a:rPr>
                    <a:t>2/3/21</a:t>
                  </a:r>
                </a:p>
              </p:txBody>
            </p:sp>
            <p:grpSp>
              <p:nvGrpSpPr>
                <p:cNvPr id="337" name="Group 336">
                  <a:extLst>
                    <a:ext uri="{FF2B5EF4-FFF2-40B4-BE49-F238E27FC236}">
                      <a16:creationId xmlns:a16="http://schemas.microsoft.com/office/drawing/2014/main" id="{8A1BA471-0232-46ED-BD81-9461527F085D}"/>
                    </a:ext>
                  </a:extLst>
                </p:cNvPr>
                <p:cNvGrpSpPr/>
                <p:nvPr/>
              </p:nvGrpSpPr>
              <p:grpSpPr>
                <a:xfrm>
                  <a:off x="1559323" y="1707802"/>
                  <a:ext cx="7683960" cy="1436147"/>
                  <a:chOff x="1559323" y="1694154"/>
                  <a:chExt cx="7683960" cy="1436147"/>
                </a:xfrm>
              </p:grpSpPr>
              <p:sp>
                <p:nvSpPr>
                  <p:cNvPr id="230" name="ProjectBarRectangle">
                    <a:extLst>
                      <a:ext uri="{FF2B5EF4-FFF2-40B4-BE49-F238E27FC236}">
                        <a16:creationId xmlns:a16="http://schemas.microsoft.com/office/drawing/2014/main" id="{47E644C2-9381-4A39-BB58-C5679414DB61}"/>
                      </a:ext>
                    </a:extLst>
                  </p:cNvPr>
                  <p:cNvSpPr/>
                  <p:nvPr/>
                </p:nvSpPr>
                <p:spPr>
                  <a:xfrm>
                    <a:off x="1559323" y="2292109"/>
                    <a:ext cx="7008812" cy="314325"/>
                  </a:xfrm>
                  <a:prstGeom prst="rect">
                    <a:avLst/>
                  </a:prstGeom>
                  <a:solidFill>
                    <a:srgbClr val="53CB75"/>
                  </a:solidFill>
                  <a:ln w="12700">
                    <a:solidFill>
                      <a:schemeClr val="tx1"/>
                    </a:solidFill>
                  </a:ln>
                  <a:effectLst/>
                </p:spPr>
                <p:txBody>
                  <a:bodyPr rot="0" spcFirstLastPara="0" vert="horz" wrap="square" lIns="0" tIns="0" rIns="0" bIns="0" spcCol="0" rtlCol="0" anchor="ctr" forceAA="0" compatLnSpc="1">
                    <a:prstTxWarp prst="textNoShape">
                      <a:avLst/>
                    </a:prstTxWarp>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ysClr val="windowText" lastClr="000000"/>
                      </a:solidFill>
                      <a:effectLst/>
                      <a:uLnTx/>
                      <a:uFillTx/>
                    </a:endParaRPr>
                  </a:p>
                </p:txBody>
              </p:sp>
              <p:sp>
                <p:nvSpPr>
                  <p:cNvPr id="232" name="ProjectBar-Right-Label">
                    <a:extLst>
                      <a:ext uri="{FF2B5EF4-FFF2-40B4-BE49-F238E27FC236}">
                        <a16:creationId xmlns:a16="http://schemas.microsoft.com/office/drawing/2014/main" id="{E62B2794-6E5D-4F75-965A-623A3A798FDA}"/>
                      </a:ext>
                    </a:extLst>
                  </p:cNvPr>
                  <p:cNvSpPr txBox="1"/>
                  <p:nvPr/>
                </p:nvSpPr>
                <p:spPr>
                  <a:xfrm>
                    <a:off x="8595583" y="2202571"/>
                    <a:ext cx="647700" cy="457200"/>
                  </a:xfrm>
                  <a:prstGeom prst="rect">
                    <a:avLst/>
                  </a:prstGeom>
                  <a:noFill/>
                  <a:ln>
                    <a:noFill/>
                  </a:ln>
                  <a:effectLst/>
                </p:spPr>
                <p:txBody>
                  <a:bodyPr rot="0" spcFirstLastPara="0" vert="horz" wrap="square" lIns="0" tIns="0" rIns="0" bIns="0" spcCol="0" rtlCol="0" anchor="ctr"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effectLst/>
                        <a:uLnTx/>
                        <a:uFillTx/>
                        <a:latin typeface="Segoe UI"/>
                      </a:rPr>
                      <a:t>Finish</a:t>
                    </a:r>
                    <a:br>
                      <a:rPr kumimoji="0" sz="1400" b="0" i="0" u="none" strike="noStrike" kern="0" cap="none" spc="0" normalizeH="0" baseline="0" noProof="0" dirty="0">
                        <a:ln>
                          <a:noFill/>
                        </a:ln>
                        <a:effectLst/>
                        <a:uLnTx/>
                        <a:uFillTx/>
                      </a:rPr>
                    </a:br>
                    <a:r>
                      <a:rPr kumimoji="0" lang="en-US" sz="1400" b="1" i="0" u="none" strike="noStrike" kern="0" cap="none" spc="0" normalizeH="0" baseline="0" noProof="0" dirty="0">
                        <a:ln>
                          <a:noFill/>
                        </a:ln>
                        <a:effectLst/>
                        <a:uLnTx/>
                        <a:uFillTx/>
                        <a:latin typeface="Segoe UI"/>
                      </a:rPr>
                      <a:t>3/18/21</a:t>
                    </a:r>
                  </a:p>
                </p:txBody>
              </p:sp>
              <p:sp>
                <p:nvSpPr>
                  <p:cNvPr id="233" name="ProjectBar-SummaryTask-Label">
                    <a:extLst>
                      <a:ext uri="{FF2B5EF4-FFF2-40B4-BE49-F238E27FC236}">
                        <a16:creationId xmlns:a16="http://schemas.microsoft.com/office/drawing/2014/main" id="{89B6DF91-DFDD-4281-9CDA-B705F617177B}"/>
                      </a:ext>
                    </a:extLst>
                  </p:cNvPr>
                  <p:cNvSpPr txBox="1"/>
                  <p:nvPr/>
                </p:nvSpPr>
                <p:spPr>
                  <a:xfrm>
                    <a:off x="1559323" y="2635009"/>
                    <a:ext cx="923925" cy="304800"/>
                  </a:xfrm>
                  <a:prstGeom prst="rect">
                    <a:avLst/>
                  </a:prstGeom>
                  <a:noFill/>
                  <a:ln>
                    <a:noFill/>
                  </a:ln>
                  <a:effectLst/>
                </p:spPr>
                <p:txBody>
                  <a:bodyPr rot="0" spcFirstLastPara="0" vert="horz" wrap="square" lIns="0" tIns="0" rIns="0" bIns="0" spcCol="0" rtlCol="0" anchor="ctr" forceAA="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22B14C"/>
                        </a:solidFill>
                        <a:effectLst/>
                        <a:uLnTx/>
                        <a:uFillTx/>
                        <a:latin typeface="Segoe UI"/>
                      </a:rPr>
                      <a:t>Milestones</a:t>
                    </a:r>
                  </a:p>
                </p:txBody>
              </p:sp>
              <p:sp>
                <p:nvSpPr>
                  <p:cNvPr id="234" name="TimescaleTextBox">
                    <a:extLst>
                      <a:ext uri="{FF2B5EF4-FFF2-40B4-BE49-F238E27FC236}">
                        <a16:creationId xmlns:a16="http://schemas.microsoft.com/office/drawing/2014/main" id="{A08F5317-395E-4717-873B-38E5AAAE20EF}"/>
                      </a:ext>
                    </a:extLst>
                  </p:cNvPr>
                  <p:cNvSpPr txBox="1"/>
                  <p:nvPr/>
                </p:nvSpPr>
                <p:spPr>
                  <a:xfrm>
                    <a:off x="2454673" y="2120658"/>
                    <a:ext cx="548699" cy="178643"/>
                  </a:xfrm>
                  <a:prstGeom prst="rect">
                    <a:avLst/>
                  </a:prstGeom>
                  <a:noFill/>
                  <a:ln>
                    <a:noFill/>
                  </a:ln>
                  <a:effectLst/>
                </p:spPr>
                <p:txBody>
                  <a:bodyPr rot="0" spcFirstLastPara="0" vert="horz" wrap="square" lIns="28575" tIns="0" rIns="0" bIns="0" spcCol="0" rtlCol="0" anchor="ctr"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effectLst/>
                        <a:uLnTx/>
                        <a:uFillTx/>
                        <a:latin typeface="Segoe UI"/>
                      </a:rPr>
                      <a:t>Feb 9 </a:t>
                    </a:r>
                  </a:p>
                </p:txBody>
              </p:sp>
              <p:cxnSp>
                <p:nvCxnSpPr>
                  <p:cNvPr id="235" name="TimescaleLine">
                    <a:extLst>
                      <a:ext uri="{FF2B5EF4-FFF2-40B4-BE49-F238E27FC236}">
                        <a16:creationId xmlns:a16="http://schemas.microsoft.com/office/drawing/2014/main" id="{66AE877B-23BE-45D8-A03A-6EEBDCDAE623}"/>
                      </a:ext>
                    </a:extLst>
                  </p:cNvPr>
                  <p:cNvCxnSpPr/>
                  <p:nvPr/>
                </p:nvCxnSpPr>
                <p:spPr>
                  <a:xfrm flipH="1" flipV="1">
                    <a:off x="2454673" y="2158759"/>
                    <a:ext cx="0" cy="133350"/>
                  </a:xfrm>
                  <a:prstGeom prst="line">
                    <a:avLst/>
                  </a:prstGeom>
                  <a:noFill/>
                  <a:ln w="12700">
                    <a:solidFill>
                      <a:schemeClr val="tx1"/>
                    </a:solidFill>
                  </a:ln>
                  <a:effectLst/>
                </p:spPr>
              </p:cxnSp>
              <p:sp>
                <p:nvSpPr>
                  <p:cNvPr id="236" name="TimescaleTextBox">
                    <a:extLst>
                      <a:ext uri="{FF2B5EF4-FFF2-40B4-BE49-F238E27FC236}">
                        <a16:creationId xmlns:a16="http://schemas.microsoft.com/office/drawing/2014/main" id="{23EB629A-4588-4FAD-82B4-086CEFD8E71C}"/>
                      </a:ext>
                    </a:extLst>
                  </p:cNvPr>
                  <p:cNvSpPr txBox="1"/>
                  <p:nvPr/>
                </p:nvSpPr>
                <p:spPr>
                  <a:xfrm>
                    <a:off x="3559573" y="2120658"/>
                    <a:ext cx="614543" cy="178643"/>
                  </a:xfrm>
                  <a:prstGeom prst="rect">
                    <a:avLst/>
                  </a:prstGeom>
                  <a:noFill/>
                  <a:ln>
                    <a:noFill/>
                  </a:ln>
                  <a:effectLst/>
                </p:spPr>
                <p:txBody>
                  <a:bodyPr rot="0" spcFirstLastPara="0" vert="horz" wrap="square" lIns="28575" tIns="0" rIns="0" bIns="0" spcCol="0" rtlCol="0" anchor="ctr"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effectLst/>
                        <a:uLnTx/>
                        <a:uFillTx/>
                        <a:latin typeface="Segoe UI"/>
                      </a:rPr>
                      <a:t>Feb 16</a:t>
                    </a:r>
                  </a:p>
                </p:txBody>
              </p:sp>
              <p:cxnSp>
                <p:nvCxnSpPr>
                  <p:cNvPr id="237" name="TimescaleLine">
                    <a:extLst>
                      <a:ext uri="{FF2B5EF4-FFF2-40B4-BE49-F238E27FC236}">
                        <a16:creationId xmlns:a16="http://schemas.microsoft.com/office/drawing/2014/main" id="{B3844E60-092C-46B8-B514-F9DC6A97AF54}"/>
                      </a:ext>
                    </a:extLst>
                  </p:cNvPr>
                  <p:cNvCxnSpPr/>
                  <p:nvPr/>
                </p:nvCxnSpPr>
                <p:spPr>
                  <a:xfrm flipH="1" flipV="1">
                    <a:off x="3559573" y="2158759"/>
                    <a:ext cx="0" cy="133350"/>
                  </a:xfrm>
                  <a:prstGeom prst="line">
                    <a:avLst/>
                  </a:prstGeom>
                  <a:noFill/>
                  <a:ln w="12700">
                    <a:solidFill>
                      <a:schemeClr val="tx1"/>
                    </a:solidFill>
                  </a:ln>
                  <a:effectLst/>
                </p:spPr>
              </p:cxnSp>
              <p:sp>
                <p:nvSpPr>
                  <p:cNvPr id="238" name="TimescaleTextBox">
                    <a:extLst>
                      <a:ext uri="{FF2B5EF4-FFF2-40B4-BE49-F238E27FC236}">
                        <a16:creationId xmlns:a16="http://schemas.microsoft.com/office/drawing/2014/main" id="{2953D16D-DA43-4965-B516-47E2F8F1780A}"/>
                      </a:ext>
                    </a:extLst>
                  </p:cNvPr>
                  <p:cNvSpPr txBox="1"/>
                  <p:nvPr/>
                </p:nvSpPr>
                <p:spPr>
                  <a:xfrm>
                    <a:off x="4664473" y="2120658"/>
                    <a:ext cx="614543" cy="178643"/>
                  </a:xfrm>
                  <a:prstGeom prst="rect">
                    <a:avLst/>
                  </a:prstGeom>
                  <a:noFill/>
                  <a:ln>
                    <a:noFill/>
                  </a:ln>
                  <a:effectLst/>
                </p:spPr>
                <p:txBody>
                  <a:bodyPr rot="0" spcFirstLastPara="0" vert="horz" wrap="square" lIns="28575" tIns="0" rIns="0" bIns="0" spcCol="0" rtlCol="0" anchor="ctr"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effectLst/>
                        <a:uLnTx/>
                        <a:uFillTx/>
                        <a:latin typeface="Segoe UI"/>
                      </a:rPr>
                      <a:t>Feb 23</a:t>
                    </a:r>
                  </a:p>
                </p:txBody>
              </p:sp>
              <p:cxnSp>
                <p:nvCxnSpPr>
                  <p:cNvPr id="239" name="TimescaleLine">
                    <a:extLst>
                      <a:ext uri="{FF2B5EF4-FFF2-40B4-BE49-F238E27FC236}">
                        <a16:creationId xmlns:a16="http://schemas.microsoft.com/office/drawing/2014/main" id="{0F138912-DE84-4799-A1CF-ECEAACADE79E}"/>
                      </a:ext>
                    </a:extLst>
                  </p:cNvPr>
                  <p:cNvCxnSpPr/>
                  <p:nvPr/>
                </p:nvCxnSpPr>
                <p:spPr>
                  <a:xfrm flipH="1" flipV="1">
                    <a:off x="4664473" y="2158759"/>
                    <a:ext cx="0" cy="133350"/>
                  </a:xfrm>
                  <a:prstGeom prst="line">
                    <a:avLst/>
                  </a:prstGeom>
                  <a:noFill/>
                  <a:ln w="12700">
                    <a:solidFill>
                      <a:schemeClr val="tx1"/>
                    </a:solidFill>
                  </a:ln>
                  <a:effectLst/>
                </p:spPr>
              </p:cxnSp>
              <p:sp>
                <p:nvSpPr>
                  <p:cNvPr id="240" name="TimescaleTextBox">
                    <a:extLst>
                      <a:ext uri="{FF2B5EF4-FFF2-40B4-BE49-F238E27FC236}">
                        <a16:creationId xmlns:a16="http://schemas.microsoft.com/office/drawing/2014/main" id="{46BD9210-EAA8-4F5E-A79D-0C5B018B7451}"/>
                      </a:ext>
                    </a:extLst>
                  </p:cNvPr>
                  <p:cNvSpPr txBox="1"/>
                  <p:nvPr/>
                </p:nvSpPr>
                <p:spPr>
                  <a:xfrm>
                    <a:off x="5769373" y="2120658"/>
                    <a:ext cx="570648" cy="178643"/>
                  </a:xfrm>
                  <a:prstGeom prst="rect">
                    <a:avLst/>
                  </a:prstGeom>
                  <a:noFill/>
                  <a:ln>
                    <a:noFill/>
                  </a:ln>
                  <a:effectLst/>
                </p:spPr>
                <p:txBody>
                  <a:bodyPr rot="0" spcFirstLastPara="0" vert="horz" wrap="square" lIns="28575" tIns="0" rIns="0" bIns="0" spcCol="0" rtlCol="0" anchor="ctr"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effectLst/>
                        <a:uLnTx/>
                        <a:uFillTx/>
                        <a:latin typeface="Segoe UI"/>
                      </a:rPr>
                      <a:t>Mar 2</a:t>
                    </a:r>
                  </a:p>
                </p:txBody>
              </p:sp>
              <p:cxnSp>
                <p:nvCxnSpPr>
                  <p:cNvPr id="241" name="TimescaleLine">
                    <a:extLst>
                      <a:ext uri="{FF2B5EF4-FFF2-40B4-BE49-F238E27FC236}">
                        <a16:creationId xmlns:a16="http://schemas.microsoft.com/office/drawing/2014/main" id="{E6DDFDD1-6008-4E90-A91E-41C9298D5A14}"/>
                      </a:ext>
                    </a:extLst>
                  </p:cNvPr>
                  <p:cNvCxnSpPr/>
                  <p:nvPr/>
                </p:nvCxnSpPr>
                <p:spPr>
                  <a:xfrm flipH="1" flipV="1">
                    <a:off x="5769373" y="2158759"/>
                    <a:ext cx="0" cy="133350"/>
                  </a:xfrm>
                  <a:prstGeom prst="line">
                    <a:avLst/>
                  </a:prstGeom>
                  <a:noFill/>
                  <a:ln w="12700">
                    <a:solidFill>
                      <a:schemeClr val="tx1"/>
                    </a:solidFill>
                  </a:ln>
                  <a:effectLst/>
                </p:spPr>
              </p:cxnSp>
              <p:sp>
                <p:nvSpPr>
                  <p:cNvPr id="242" name="TimescaleTextBox">
                    <a:extLst>
                      <a:ext uri="{FF2B5EF4-FFF2-40B4-BE49-F238E27FC236}">
                        <a16:creationId xmlns:a16="http://schemas.microsoft.com/office/drawing/2014/main" id="{1298D998-C2C1-4435-BDE6-8F95BAA249C3}"/>
                      </a:ext>
                    </a:extLst>
                  </p:cNvPr>
                  <p:cNvSpPr txBox="1"/>
                  <p:nvPr/>
                </p:nvSpPr>
                <p:spPr>
                  <a:xfrm>
                    <a:off x="6874273" y="2120658"/>
                    <a:ext cx="570648" cy="178643"/>
                  </a:xfrm>
                  <a:prstGeom prst="rect">
                    <a:avLst/>
                  </a:prstGeom>
                  <a:noFill/>
                  <a:ln>
                    <a:noFill/>
                  </a:ln>
                  <a:effectLst/>
                </p:spPr>
                <p:txBody>
                  <a:bodyPr rot="0" spcFirstLastPara="0" vert="horz" wrap="square" lIns="28575" tIns="0" rIns="0" bIns="0" spcCol="0" rtlCol="0" anchor="ctr"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effectLst/>
                        <a:uLnTx/>
                        <a:uFillTx/>
                        <a:latin typeface="Segoe UI"/>
                      </a:rPr>
                      <a:t>Mar 9</a:t>
                    </a:r>
                  </a:p>
                </p:txBody>
              </p:sp>
              <p:cxnSp>
                <p:nvCxnSpPr>
                  <p:cNvPr id="243" name="TimescaleLine">
                    <a:extLst>
                      <a:ext uri="{FF2B5EF4-FFF2-40B4-BE49-F238E27FC236}">
                        <a16:creationId xmlns:a16="http://schemas.microsoft.com/office/drawing/2014/main" id="{55C0B357-5BDF-4366-B2B9-3A4359340319}"/>
                      </a:ext>
                    </a:extLst>
                  </p:cNvPr>
                  <p:cNvCxnSpPr/>
                  <p:nvPr/>
                </p:nvCxnSpPr>
                <p:spPr>
                  <a:xfrm flipH="1" flipV="1">
                    <a:off x="6874273" y="2158759"/>
                    <a:ext cx="0" cy="133350"/>
                  </a:xfrm>
                  <a:prstGeom prst="line">
                    <a:avLst/>
                  </a:prstGeom>
                  <a:noFill/>
                  <a:ln w="12700">
                    <a:solidFill>
                      <a:schemeClr val="tx1"/>
                    </a:solidFill>
                  </a:ln>
                  <a:effectLst/>
                </p:spPr>
              </p:cxnSp>
              <p:sp>
                <p:nvSpPr>
                  <p:cNvPr id="244" name="TimescaleTextBox">
                    <a:extLst>
                      <a:ext uri="{FF2B5EF4-FFF2-40B4-BE49-F238E27FC236}">
                        <a16:creationId xmlns:a16="http://schemas.microsoft.com/office/drawing/2014/main" id="{64F43511-5BD7-4CA8-BE19-DAB8D435A0B6}"/>
                      </a:ext>
                    </a:extLst>
                  </p:cNvPr>
                  <p:cNvSpPr txBox="1"/>
                  <p:nvPr/>
                </p:nvSpPr>
                <p:spPr>
                  <a:xfrm>
                    <a:off x="7979173" y="2120658"/>
                    <a:ext cx="636491" cy="178643"/>
                  </a:xfrm>
                  <a:prstGeom prst="rect">
                    <a:avLst/>
                  </a:prstGeom>
                  <a:noFill/>
                  <a:ln>
                    <a:noFill/>
                  </a:ln>
                  <a:effectLst/>
                </p:spPr>
                <p:txBody>
                  <a:bodyPr rot="0" spcFirstLastPara="0" vert="horz" wrap="square" lIns="28575" tIns="0" rIns="0" bIns="0" spcCol="0" rtlCol="0" anchor="ctr"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effectLst/>
                        <a:uLnTx/>
                        <a:uFillTx/>
                        <a:latin typeface="Segoe UI"/>
                      </a:rPr>
                      <a:t>Mar 16</a:t>
                    </a:r>
                  </a:p>
                </p:txBody>
              </p:sp>
              <p:cxnSp>
                <p:nvCxnSpPr>
                  <p:cNvPr id="245" name="TimescaleLine">
                    <a:extLst>
                      <a:ext uri="{FF2B5EF4-FFF2-40B4-BE49-F238E27FC236}">
                        <a16:creationId xmlns:a16="http://schemas.microsoft.com/office/drawing/2014/main" id="{1B035540-2942-4835-B3CF-B511EAC11640}"/>
                      </a:ext>
                    </a:extLst>
                  </p:cNvPr>
                  <p:cNvCxnSpPr/>
                  <p:nvPr/>
                </p:nvCxnSpPr>
                <p:spPr>
                  <a:xfrm flipH="1" flipV="1">
                    <a:off x="7979173" y="2158759"/>
                    <a:ext cx="0" cy="133350"/>
                  </a:xfrm>
                  <a:prstGeom prst="line">
                    <a:avLst/>
                  </a:prstGeom>
                  <a:noFill/>
                  <a:ln w="12700">
                    <a:solidFill>
                      <a:schemeClr val="tx1"/>
                    </a:solidFill>
                  </a:ln>
                  <a:effectLst/>
                </p:spPr>
              </p:cxnSp>
              <p:sp>
                <p:nvSpPr>
                  <p:cNvPr id="246" name="Taskrect">
                    <a:extLst>
                      <a:ext uri="{FF2B5EF4-FFF2-40B4-BE49-F238E27FC236}">
                        <a16:creationId xmlns:a16="http://schemas.microsoft.com/office/drawing/2014/main" id="{6BD3F44D-239B-42B9-ABB2-A44A0F03CF99}"/>
                      </a:ext>
                    </a:extLst>
                  </p:cNvPr>
                  <p:cNvSpPr/>
                  <p:nvPr/>
                </p:nvSpPr>
                <p:spPr>
                  <a:xfrm>
                    <a:off x="2407048" y="2301634"/>
                    <a:ext cx="0" cy="304800"/>
                  </a:xfrm>
                  <a:prstGeom prst="rect">
                    <a:avLst/>
                  </a:prstGeom>
                  <a:solidFill>
                    <a:srgbClr val="DFEBF7">
                      <a:alpha val="100000"/>
                    </a:srgbClr>
                  </a:solidFill>
                  <a:ln>
                    <a:noFill/>
                  </a:ln>
                  <a:effectLst/>
                </p:spPr>
                <p:txBody>
                  <a:bodyPr rot="0" spcFirstLastPara="0" vert="horz" wrap="square" lIns="0" tIns="0" rIns="0" bIns="0" spcCol="0" rtlCol="0" anchor="ctr" forceAA="0" compatLnSpc="1">
                    <a:prstTxWarp prst="textNoShape">
                      <a:avLst/>
                    </a:prstTxWarp>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ysClr val="windowText" lastClr="000000"/>
                      </a:solidFill>
                      <a:effectLst/>
                      <a:uLnTx/>
                      <a:uFillTx/>
                    </a:endParaRPr>
                  </a:p>
                </p:txBody>
              </p:sp>
              <p:sp>
                <p:nvSpPr>
                  <p:cNvPr id="248" name="Shape19">
                    <a:extLst>
                      <a:ext uri="{FF2B5EF4-FFF2-40B4-BE49-F238E27FC236}">
                        <a16:creationId xmlns:a16="http://schemas.microsoft.com/office/drawing/2014/main" id="{ECE83417-A7F1-4774-80A1-50CD0F2F0CBD}"/>
                      </a:ext>
                    </a:extLst>
                  </p:cNvPr>
                  <p:cNvSpPr txBox="1"/>
                  <p:nvPr/>
                </p:nvSpPr>
                <p:spPr>
                  <a:xfrm>
                    <a:off x="1958371" y="1738902"/>
                    <a:ext cx="863833" cy="314325"/>
                  </a:xfrm>
                  <a:prstGeom prst="rect">
                    <a:avLst/>
                  </a:prstGeom>
                  <a:noFill/>
                  <a:ln>
                    <a:noFill/>
                  </a:ln>
                  <a:effectLst/>
                </p:spPr>
                <p:txBody>
                  <a:bodyPr rot="0" spcFirstLastPara="0" vert="horz" wrap="square" lIns="28575" tIns="0" rIns="0" bIns="0" spcCol="0" rtlCol="0" anchor="ctr"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Segoe UI"/>
                      </a:rPr>
                      <a:t>✔Analysis</a:t>
                    </a:r>
                    <a:br>
                      <a:rPr kumimoji="0" sz="1200" b="0" i="0" u="none" strike="noStrike" kern="0" cap="none" spc="0" normalizeH="0" baseline="0" noProof="0" dirty="0">
                        <a:ln>
                          <a:noFill/>
                        </a:ln>
                        <a:effectLst/>
                        <a:uLnTx/>
                        <a:uFillTx/>
                      </a:rPr>
                    </a:br>
                    <a:r>
                      <a:rPr lang="en-US" sz="1200" kern="0" dirty="0">
                        <a:latin typeface="Segoe UI"/>
                      </a:rPr>
                      <a:t>      </a:t>
                    </a:r>
                    <a:r>
                      <a:rPr kumimoji="0" lang="en-US" sz="1200" b="0" i="0" u="none" strike="noStrike" kern="0" cap="none" spc="0" normalizeH="0" baseline="0" noProof="0" dirty="0">
                        <a:ln>
                          <a:noFill/>
                        </a:ln>
                        <a:effectLst/>
                        <a:uLnTx/>
                        <a:uFillTx/>
                        <a:latin typeface="Segoe UI"/>
                      </a:rPr>
                      <a:t>2/8/21</a:t>
                    </a:r>
                  </a:p>
                </p:txBody>
              </p:sp>
              <p:sp>
                <p:nvSpPr>
                  <p:cNvPr id="249" name="Taskrect">
                    <a:extLst>
                      <a:ext uri="{FF2B5EF4-FFF2-40B4-BE49-F238E27FC236}">
                        <a16:creationId xmlns:a16="http://schemas.microsoft.com/office/drawing/2014/main" id="{A7427F97-DD71-44FD-84BE-B27B1704E289}"/>
                      </a:ext>
                    </a:extLst>
                  </p:cNvPr>
                  <p:cNvSpPr/>
                  <p:nvPr/>
                </p:nvSpPr>
                <p:spPr>
                  <a:xfrm>
                    <a:off x="8407798" y="2301634"/>
                    <a:ext cx="0" cy="304800"/>
                  </a:xfrm>
                  <a:prstGeom prst="rect">
                    <a:avLst/>
                  </a:prstGeom>
                  <a:solidFill>
                    <a:srgbClr val="DFEBF7">
                      <a:alpha val="100000"/>
                    </a:srgbClr>
                  </a:solidFill>
                  <a:ln>
                    <a:noFill/>
                  </a:ln>
                  <a:effectLst/>
                </p:spPr>
                <p:txBody>
                  <a:bodyPr rot="0" spcFirstLastPara="0" vert="horz" wrap="square" lIns="0" tIns="0" rIns="0" bIns="0" spcCol="0" rtlCol="0" anchor="ctr" forceAA="0" compatLnSpc="1">
                    <a:prstTxWarp prst="textNoShape">
                      <a:avLst/>
                    </a:prstTxWarp>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ysClr val="windowText" lastClr="000000"/>
                      </a:solidFill>
                      <a:effectLst/>
                      <a:uLnTx/>
                      <a:uFillTx/>
                    </a:endParaRPr>
                  </a:p>
                </p:txBody>
              </p:sp>
              <p:sp>
                <p:nvSpPr>
                  <p:cNvPr id="251" name="Shape22">
                    <a:extLst>
                      <a:ext uri="{FF2B5EF4-FFF2-40B4-BE49-F238E27FC236}">
                        <a16:creationId xmlns:a16="http://schemas.microsoft.com/office/drawing/2014/main" id="{8686EDB5-5139-46FB-B1F7-007C9FF642E0}"/>
                      </a:ext>
                    </a:extLst>
                  </p:cNvPr>
                  <p:cNvSpPr txBox="1"/>
                  <p:nvPr/>
                </p:nvSpPr>
                <p:spPr>
                  <a:xfrm>
                    <a:off x="7740557" y="2747776"/>
                    <a:ext cx="1132328" cy="353957"/>
                  </a:xfrm>
                  <a:prstGeom prst="rect">
                    <a:avLst/>
                  </a:prstGeom>
                  <a:noFill/>
                  <a:ln>
                    <a:noFill/>
                  </a:ln>
                  <a:effectLst/>
                </p:spPr>
                <p:txBody>
                  <a:bodyPr rot="0" spcFirstLastPara="0" vert="horz" wrap="square" lIns="28575" tIns="0" rIns="0" bIns="0" spcCol="0" rtlCol="0" anchor="ctr"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Segoe UI"/>
                      </a:rPr>
                      <a:t>✔Assessments</a:t>
                    </a:r>
                    <a:br>
                      <a:rPr kumimoji="0" sz="1200" b="0" i="0" u="none" strike="noStrike" kern="0" cap="none" spc="0" normalizeH="0" baseline="0" noProof="0" dirty="0">
                        <a:ln>
                          <a:noFill/>
                        </a:ln>
                        <a:effectLst/>
                        <a:uLnTx/>
                        <a:uFillTx/>
                      </a:rPr>
                    </a:br>
                    <a:r>
                      <a:rPr kumimoji="0" lang="en-US" sz="1200" b="0" i="0" u="none" strike="noStrike" kern="0" cap="none" spc="0" normalizeH="0" baseline="0" noProof="0" dirty="0">
                        <a:ln>
                          <a:noFill/>
                        </a:ln>
                        <a:effectLst/>
                        <a:uLnTx/>
                        <a:uFillTx/>
                        <a:latin typeface="Segoe UI"/>
                      </a:rPr>
                      <a:t>3/18/21</a:t>
                    </a:r>
                  </a:p>
                </p:txBody>
              </p:sp>
              <p:sp>
                <p:nvSpPr>
                  <p:cNvPr id="253" name="FloatingTextBox24">
                    <a:extLst>
                      <a:ext uri="{FF2B5EF4-FFF2-40B4-BE49-F238E27FC236}">
                        <a16:creationId xmlns:a16="http://schemas.microsoft.com/office/drawing/2014/main" id="{24B907B9-7749-4407-B70E-754861FDCF8C}"/>
                      </a:ext>
                    </a:extLst>
                  </p:cNvPr>
                  <p:cNvSpPr txBox="1"/>
                  <p:nvPr/>
                </p:nvSpPr>
                <p:spPr>
                  <a:xfrm>
                    <a:off x="5680884" y="1772374"/>
                    <a:ext cx="1578963" cy="185004"/>
                  </a:xfrm>
                  <a:prstGeom prst="rect">
                    <a:avLst/>
                  </a:prstGeom>
                  <a:noFill/>
                  <a:ln>
                    <a:noFill/>
                  </a:ln>
                  <a:effectLst/>
                </p:spPr>
                <p:txBody>
                  <a:bodyPr rot="0" spcFirstLastPara="0" vert="horz" wrap="square" lIns="0" tIns="0" rIns="0" bIns="0" spcCol="0" rtlCol="0" anchor="ctr"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Segoe UI"/>
                      </a:rPr>
                      <a:t>✔Prep Hardware</a:t>
                    </a:r>
                    <a:br>
                      <a:rPr kumimoji="0" lang="en-US" sz="1200" b="0" i="0" u="none" strike="noStrike" kern="0" cap="none" spc="0" normalizeH="0" baseline="0" noProof="0" dirty="0">
                        <a:ln>
                          <a:noFill/>
                        </a:ln>
                        <a:effectLst/>
                        <a:uLnTx/>
                        <a:uFillTx/>
                      </a:rPr>
                    </a:br>
                    <a:r>
                      <a:rPr kumimoji="0" lang="en-US" sz="1200" b="0" i="0" u="none" strike="noStrike" kern="0" cap="none" spc="0" normalizeH="0" baseline="0" noProof="0" dirty="0">
                        <a:ln>
                          <a:noFill/>
                        </a:ln>
                        <a:effectLst/>
                        <a:uLnTx/>
                        <a:uFillTx/>
                        <a:latin typeface="Segoe UI"/>
                      </a:rPr>
                      <a:t>3/5/21</a:t>
                    </a:r>
                  </a:p>
                </p:txBody>
              </p:sp>
              <p:cxnSp>
                <p:nvCxnSpPr>
                  <p:cNvPr id="254" name="ConnectingLine25">
                    <a:extLst>
                      <a:ext uri="{FF2B5EF4-FFF2-40B4-BE49-F238E27FC236}">
                        <a16:creationId xmlns:a16="http://schemas.microsoft.com/office/drawing/2014/main" id="{5D4ABF5A-40FE-4B5A-9057-48E12C473E6F}"/>
                      </a:ext>
                    </a:extLst>
                  </p:cNvPr>
                  <p:cNvCxnSpPr>
                    <a:cxnSpLocks/>
                  </p:cNvCxnSpPr>
                  <p:nvPr/>
                </p:nvCxnSpPr>
                <p:spPr>
                  <a:xfrm>
                    <a:off x="6491414" y="2606434"/>
                    <a:ext cx="0" cy="180975"/>
                  </a:xfrm>
                  <a:prstGeom prst="line">
                    <a:avLst/>
                  </a:prstGeom>
                  <a:noFill/>
                  <a:ln w="12700">
                    <a:solidFill>
                      <a:schemeClr val="tx1"/>
                    </a:solidFill>
                  </a:ln>
                  <a:effectLst/>
                </p:spPr>
              </p:cxnSp>
              <p:sp>
                <p:nvSpPr>
                  <p:cNvPr id="255" name="CalloutTask">
                    <a:extLst>
                      <a:ext uri="{FF2B5EF4-FFF2-40B4-BE49-F238E27FC236}">
                        <a16:creationId xmlns:a16="http://schemas.microsoft.com/office/drawing/2014/main" id="{E1D68732-5D31-4E3C-B83C-247B72F8E30F}"/>
                      </a:ext>
                    </a:extLst>
                  </p:cNvPr>
                  <p:cNvSpPr/>
                  <p:nvPr/>
                </p:nvSpPr>
                <p:spPr>
                  <a:xfrm>
                    <a:off x="3616723" y="2606434"/>
                    <a:ext cx="1162050" cy="0"/>
                  </a:xfrm>
                  <a:prstGeom prst="roundRect">
                    <a:avLst/>
                  </a:prstGeom>
                  <a:solidFill>
                    <a:schemeClr val="tx1">
                      <a:alpha val="0"/>
                    </a:schemeClr>
                  </a:solidFill>
                  <a:ln w="12700">
                    <a:noFill/>
                  </a:ln>
                  <a:effectLst/>
                </p:spPr>
                <p:txBody>
                  <a:bodyPr rot="0" spcFirstLastPara="0" vert="horz" wrap="square" lIns="0" tIns="0" rIns="0" bIns="0" spcCol="0" rtlCol="0" anchor="ctr"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ysClr val="windowText" lastClr="000000"/>
                      </a:solidFill>
                      <a:effectLst/>
                      <a:uLnTx/>
                      <a:uFillTx/>
                    </a:endParaRPr>
                  </a:p>
                </p:txBody>
              </p:sp>
              <p:sp>
                <p:nvSpPr>
                  <p:cNvPr id="256" name="FloatingTextBox27">
                    <a:extLst>
                      <a:ext uri="{FF2B5EF4-FFF2-40B4-BE49-F238E27FC236}">
                        <a16:creationId xmlns:a16="http://schemas.microsoft.com/office/drawing/2014/main" id="{0F9522CD-A7CA-403E-9AAA-0063C33F8B7E}"/>
                      </a:ext>
                    </a:extLst>
                  </p:cNvPr>
                  <p:cNvSpPr txBox="1"/>
                  <p:nvPr/>
                </p:nvSpPr>
                <p:spPr>
                  <a:xfrm>
                    <a:off x="4329065" y="2768358"/>
                    <a:ext cx="1249141" cy="361943"/>
                  </a:xfrm>
                  <a:prstGeom prst="rect">
                    <a:avLst/>
                  </a:prstGeom>
                  <a:noFill/>
                  <a:ln>
                    <a:noFill/>
                  </a:ln>
                  <a:effectLst/>
                </p:spPr>
                <p:txBody>
                  <a:bodyPr rot="0" spcFirstLastPara="0" vert="horz" wrap="square" lIns="0" tIns="0" rIns="0" bIns="0" spcCol="0" rtlCol="0" anchor="ctr"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Segoe UI"/>
                      </a:rPr>
                      <a:t>✔Prep Software</a:t>
                    </a:r>
                    <a:br>
                      <a:rPr kumimoji="0" sz="1200" b="0" i="0" u="none" strike="noStrike" kern="0" cap="none" spc="0" normalizeH="0" baseline="0" noProof="0" dirty="0">
                        <a:ln>
                          <a:noFill/>
                        </a:ln>
                        <a:effectLst/>
                        <a:uLnTx/>
                        <a:uFillTx/>
                      </a:rPr>
                    </a:br>
                    <a:r>
                      <a:rPr kumimoji="0" lang="en-US" sz="1200" b="0" i="0" u="none" strike="noStrike" kern="0" cap="none" spc="0" normalizeH="0" baseline="0" noProof="0" dirty="0">
                        <a:ln>
                          <a:noFill/>
                        </a:ln>
                        <a:effectLst/>
                        <a:uLnTx/>
                        <a:uFillTx/>
                        <a:latin typeface="Segoe UI"/>
                      </a:rPr>
                      <a:t>2/23/21</a:t>
                    </a:r>
                  </a:p>
                </p:txBody>
              </p:sp>
              <p:cxnSp>
                <p:nvCxnSpPr>
                  <p:cNvPr id="257" name="ConnectingLine28">
                    <a:extLst>
                      <a:ext uri="{FF2B5EF4-FFF2-40B4-BE49-F238E27FC236}">
                        <a16:creationId xmlns:a16="http://schemas.microsoft.com/office/drawing/2014/main" id="{F2BFED00-154A-4B44-BCCC-FBBA58D722C1}"/>
                      </a:ext>
                    </a:extLst>
                  </p:cNvPr>
                  <p:cNvCxnSpPr>
                    <a:cxnSpLocks/>
                  </p:cNvCxnSpPr>
                  <p:nvPr/>
                </p:nvCxnSpPr>
                <p:spPr>
                  <a:xfrm flipV="1">
                    <a:off x="4934548" y="2606435"/>
                    <a:ext cx="2676" cy="161924"/>
                  </a:xfrm>
                  <a:prstGeom prst="line">
                    <a:avLst/>
                  </a:prstGeom>
                  <a:noFill/>
                  <a:ln w="12700">
                    <a:solidFill>
                      <a:schemeClr val="tx1"/>
                    </a:solidFill>
                  </a:ln>
                  <a:effectLst/>
                </p:spPr>
              </p:cxnSp>
              <p:sp>
                <p:nvSpPr>
                  <p:cNvPr id="258" name="CalloutTask">
                    <a:extLst>
                      <a:ext uri="{FF2B5EF4-FFF2-40B4-BE49-F238E27FC236}">
                        <a16:creationId xmlns:a16="http://schemas.microsoft.com/office/drawing/2014/main" id="{8FD41AFC-F53A-4408-AE98-389D118B35F7}"/>
                      </a:ext>
                    </a:extLst>
                  </p:cNvPr>
                  <p:cNvSpPr/>
                  <p:nvPr/>
                </p:nvSpPr>
                <p:spPr>
                  <a:xfrm>
                    <a:off x="3616723" y="2606434"/>
                    <a:ext cx="2743200" cy="0"/>
                  </a:xfrm>
                  <a:prstGeom prst="roundRect">
                    <a:avLst/>
                  </a:prstGeom>
                  <a:solidFill>
                    <a:schemeClr val="tx1">
                      <a:alpha val="0"/>
                    </a:schemeClr>
                  </a:solidFill>
                  <a:ln w="12700">
                    <a:noFill/>
                  </a:ln>
                  <a:effectLst/>
                </p:spPr>
                <p:txBody>
                  <a:bodyPr rot="0" spcFirstLastPara="0" vert="horz" wrap="square" lIns="0" tIns="0" rIns="0" bIns="0" spcCol="0" rtlCol="0" anchor="ctr"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0" cap="none" spc="0" normalizeH="0" baseline="0" noProof="0">
                      <a:ln>
                        <a:noFill/>
                      </a:ln>
                      <a:solidFill>
                        <a:sysClr val="windowText" lastClr="000000"/>
                      </a:solidFill>
                      <a:effectLst/>
                      <a:uLnTx/>
                      <a:uFillTx/>
                    </a:endParaRPr>
                  </a:p>
                </p:txBody>
              </p:sp>
              <p:sp>
                <p:nvSpPr>
                  <p:cNvPr id="259" name="FloatingTextBox30">
                    <a:extLst>
                      <a:ext uri="{FF2B5EF4-FFF2-40B4-BE49-F238E27FC236}">
                        <a16:creationId xmlns:a16="http://schemas.microsoft.com/office/drawing/2014/main" id="{A85C8968-04AA-4A04-A335-1F023DDCA8D8}"/>
                      </a:ext>
                    </a:extLst>
                  </p:cNvPr>
                  <p:cNvSpPr txBox="1"/>
                  <p:nvPr/>
                </p:nvSpPr>
                <p:spPr>
                  <a:xfrm>
                    <a:off x="5801660" y="2795578"/>
                    <a:ext cx="1249142" cy="304800"/>
                  </a:xfrm>
                  <a:prstGeom prst="rect">
                    <a:avLst/>
                  </a:prstGeom>
                  <a:noFill/>
                  <a:ln>
                    <a:noFill/>
                  </a:ln>
                  <a:effectLst/>
                </p:spPr>
                <p:txBody>
                  <a:bodyPr rot="0" spcFirstLastPara="0" vert="horz" wrap="square" lIns="0" tIns="0" rIns="0" bIns="0" spcCol="0" rtlCol="0" anchor="ctr"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Segoe UI"/>
                      </a:rPr>
                      <a:t>✔Prep Network</a:t>
                    </a:r>
                    <a:br>
                      <a:rPr kumimoji="0" sz="1200" b="0" i="0" u="none" strike="noStrike" kern="0" cap="none" spc="0" normalizeH="0" baseline="0" noProof="0" dirty="0">
                        <a:ln>
                          <a:noFill/>
                        </a:ln>
                        <a:effectLst/>
                        <a:uLnTx/>
                        <a:uFillTx/>
                      </a:rPr>
                    </a:br>
                    <a:r>
                      <a:rPr kumimoji="0" lang="en-US" sz="1200" b="0" i="0" u="none" strike="noStrike" kern="0" cap="none" spc="0" normalizeH="0" baseline="0" noProof="0" dirty="0">
                        <a:ln>
                          <a:noFill/>
                        </a:ln>
                        <a:effectLst/>
                        <a:uLnTx/>
                        <a:uFillTx/>
                        <a:latin typeface="Segoe UI"/>
                      </a:rPr>
                      <a:t>3/5/21</a:t>
                    </a:r>
                  </a:p>
                </p:txBody>
              </p:sp>
              <p:sp>
                <p:nvSpPr>
                  <p:cNvPr id="262" name="FloatingTextBox33">
                    <a:extLst>
                      <a:ext uri="{FF2B5EF4-FFF2-40B4-BE49-F238E27FC236}">
                        <a16:creationId xmlns:a16="http://schemas.microsoft.com/office/drawing/2014/main" id="{47449727-50F3-48D5-A251-CDFBCECE31C4}"/>
                      </a:ext>
                    </a:extLst>
                  </p:cNvPr>
                  <p:cNvSpPr txBox="1"/>
                  <p:nvPr/>
                </p:nvSpPr>
                <p:spPr>
                  <a:xfrm>
                    <a:off x="3119151" y="1710888"/>
                    <a:ext cx="823643" cy="342900"/>
                  </a:xfrm>
                  <a:prstGeom prst="rect">
                    <a:avLst/>
                  </a:prstGeom>
                  <a:noFill/>
                  <a:ln>
                    <a:noFill/>
                  </a:ln>
                  <a:effectLst/>
                </p:spPr>
                <p:txBody>
                  <a:bodyPr rot="0" spcFirstLastPara="0" vert="horz" wrap="square" lIns="0" tIns="0" rIns="0" bIns="0" spcCol="0" rtlCol="0" anchor="ctr"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Segoe UI"/>
                      </a:rPr>
                      <a:t>✔</a:t>
                    </a:r>
                    <a:r>
                      <a:rPr kumimoji="0" lang="en-US" sz="1200" b="1" i="0" u="none" strike="noStrike" kern="0" cap="none" spc="0" normalizeH="0" baseline="0" noProof="0" dirty="0">
                        <a:ln>
                          <a:noFill/>
                        </a:ln>
                        <a:effectLst/>
                        <a:uLnTx/>
                        <a:uFillTx/>
                        <a:latin typeface="Segoe UI"/>
                      </a:rPr>
                      <a:t>AUP</a:t>
                    </a:r>
                    <a:br>
                      <a:rPr kumimoji="0" sz="1200" b="0" i="0" u="none" strike="noStrike" kern="0" cap="none" spc="0" normalizeH="0" baseline="0" noProof="0" dirty="0">
                        <a:ln>
                          <a:noFill/>
                        </a:ln>
                        <a:effectLst/>
                        <a:uLnTx/>
                        <a:uFillTx/>
                      </a:rPr>
                    </a:br>
                    <a:r>
                      <a:rPr kumimoji="0" lang="en-US" sz="1200" b="0" i="0" u="none" strike="noStrike" kern="0" cap="none" spc="0" normalizeH="0" baseline="0" noProof="0" dirty="0">
                        <a:ln>
                          <a:noFill/>
                        </a:ln>
                        <a:effectLst/>
                        <a:uLnTx/>
                        <a:uFillTx/>
                        <a:latin typeface="Segoe UI"/>
                      </a:rPr>
                      <a:t>2/15/21</a:t>
                    </a:r>
                  </a:p>
                </p:txBody>
              </p:sp>
              <p:sp>
                <p:nvSpPr>
                  <p:cNvPr id="265" name="FloatingTextBox36">
                    <a:extLst>
                      <a:ext uri="{FF2B5EF4-FFF2-40B4-BE49-F238E27FC236}">
                        <a16:creationId xmlns:a16="http://schemas.microsoft.com/office/drawing/2014/main" id="{330267D8-C1B9-40D8-B2D2-35193956D825}"/>
                      </a:ext>
                    </a:extLst>
                  </p:cNvPr>
                  <p:cNvSpPr txBox="1"/>
                  <p:nvPr/>
                </p:nvSpPr>
                <p:spPr>
                  <a:xfrm>
                    <a:off x="7201447" y="1694154"/>
                    <a:ext cx="740152" cy="350853"/>
                  </a:xfrm>
                  <a:prstGeom prst="rect">
                    <a:avLst/>
                  </a:prstGeom>
                  <a:noFill/>
                  <a:ln>
                    <a:noFill/>
                  </a:ln>
                  <a:effectLst/>
                </p:spPr>
                <p:txBody>
                  <a:bodyPr rot="0" spcFirstLastPara="0" vert="horz" wrap="square" lIns="0" tIns="0" rIns="0" bIns="0" spcCol="0" rtlCol="0" anchor="ctr"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Segoe UI"/>
                      </a:rPr>
                      <a:t>✔</a:t>
                    </a:r>
                    <a:r>
                      <a:rPr kumimoji="0" lang="en-US" sz="1200" b="1" i="0" u="none" strike="noStrike" kern="0" cap="none" spc="0" normalizeH="0" baseline="0" noProof="0" dirty="0">
                        <a:ln>
                          <a:noFill/>
                        </a:ln>
                        <a:effectLst/>
                        <a:uLnTx/>
                        <a:uFillTx/>
                        <a:latin typeface="Segoe UI"/>
                      </a:rPr>
                      <a:t>Testing</a:t>
                    </a:r>
                    <a:br>
                      <a:rPr kumimoji="0" sz="1200" b="0" i="0" u="none" strike="noStrike" kern="0" cap="none" spc="0" normalizeH="0" baseline="0" noProof="0" dirty="0">
                        <a:ln>
                          <a:noFill/>
                        </a:ln>
                        <a:effectLst/>
                        <a:uLnTx/>
                        <a:uFillTx/>
                      </a:rPr>
                    </a:br>
                    <a:r>
                      <a:rPr kumimoji="0" lang="en-US" sz="1200" b="0" i="0" u="none" strike="noStrike" kern="0" cap="none" spc="0" normalizeH="0" baseline="0" noProof="0" dirty="0">
                        <a:ln>
                          <a:noFill/>
                        </a:ln>
                        <a:effectLst/>
                        <a:uLnTx/>
                        <a:uFillTx/>
                        <a:latin typeface="Segoe UI"/>
                      </a:rPr>
                      <a:t>3/12/21</a:t>
                    </a:r>
                  </a:p>
                </p:txBody>
              </p:sp>
              <p:cxnSp>
                <p:nvCxnSpPr>
                  <p:cNvPr id="266" name="ConnectingLine37">
                    <a:extLst>
                      <a:ext uri="{FF2B5EF4-FFF2-40B4-BE49-F238E27FC236}">
                        <a16:creationId xmlns:a16="http://schemas.microsoft.com/office/drawing/2014/main" id="{F6513E8E-C184-49D6-8A73-CF4A0A798F88}"/>
                      </a:ext>
                    </a:extLst>
                  </p:cNvPr>
                  <p:cNvCxnSpPr>
                    <a:cxnSpLocks/>
                  </p:cNvCxnSpPr>
                  <p:nvPr/>
                </p:nvCxnSpPr>
                <p:spPr>
                  <a:xfrm flipH="1">
                    <a:off x="7517988" y="2086372"/>
                    <a:ext cx="0" cy="209550"/>
                  </a:xfrm>
                  <a:prstGeom prst="line">
                    <a:avLst/>
                  </a:prstGeom>
                  <a:noFill/>
                  <a:ln w="12700">
                    <a:solidFill>
                      <a:schemeClr val="tx1"/>
                    </a:solidFill>
                  </a:ln>
                  <a:effectLst/>
                </p:spPr>
              </p:cxnSp>
              <p:cxnSp>
                <p:nvCxnSpPr>
                  <p:cNvPr id="329" name="ConnectingLine37">
                    <a:extLst>
                      <a:ext uri="{FF2B5EF4-FFF2-40B4-BE49-F238E27FC236}">
                        <a16:creationId xmlns:a16="http://schemas.microsoft.com/office/drawing/2014/main" id="{F19EFD2A-B395-4B2F-9403-C7499EFC5D0F}"/>
                      </a:ext>
                    </a:extLst>
                  </p:cNvPr>
                  <p:cNvCxnSpPr>
                    <a:cxnSpLocks/>
                  </p:cNvCxnSpPr>
                  <p:nvPr/>
                </p:nvCxnSpPr>
                <p:spPr>
                  <a:xfrm>
                    <a:off x="8464948" y="2606434"/>
                    <a:ext cx="0" cy="183574"/>
                  </a:xfrm>
                  <a:prstGeom prst="line">
                    <a:avLst/>
                  </a:prstGeom>
                  <a:noFill/>
                  <a:ln w="12700">
                    <a:solidFill>
                      <a:schemeClr val="tx1"/>
                    </a:solidFill>
                  </a:ln>
                  <a:effectLst/>
                </p:spPr>
              </p:cxnSp>
              <p:cxnSp>
                <p:nvCxnSpPr>
                  <p:cNvPr id="330" name="ConnectingLine37">
                    <a:extLst>
                      <a:ext uri="{FF2B5EF4-FFF2-40B4-BE49-F238E27FC236}">
                        <a16:creationId xmlns:a16="http://schemas.microsoft.com/office/drawing/2014/main" id="{E17940FC-0AF7-42B8-A98F-ECC5D61E21B9}"/>
                      </a:ext>
                    </a:extLst>
                  </p:cNvPr>
                  <p:cNvCxnSpPr>
                    <a:cxnSpLocks/>
                  </p:cNvCxnSpPr>
                  <p:nvPr/>
                </p:nvCxnSpPr>
                <p:spPr>
                  <a:xfrm flipH="1">
                    <a:off x="3501266" y="2089752"/>
                    <a:ext cx="0" cy="209550"/>
                  </a:xfrm>
                  <a:prstGeom prst="line">
                    <a:avLst/>
                  </a:prstGeom>
                  <a:noFill/>
                  <a:ln w="12700">
                    <a:solidFill>
                      <a:schemeClr val="tx1"/>
                    </a:solidFill>
                  </a:ln>
                  <a:effectLst/>
                </p:spPr>
              </p:cxnSp>
              <p:cxnSp>
                <p:nvCxnSpPr>
                  <p:cNvPr id="333" name="ConnectingLine28">
                    <a:extLst>
                      <a:ext uri="{FF2B5EF4-FFF2-40B4-BE49-F238E27FC236}">
                        <a16:creationId xmlns:a16="http://schemas.microsoft.com/office/drawing/2014/main" id="{89712AE4-A23D-4C29-BC45-9C8FF1F97F77}"/>
                      </a:ext>
                    </a:extLst>
                  </p:cNvPr>
                  <p:cNvCxnSpPr>
                    <a:cxnSpLocks/>
                  </p:cNvCxnSpPr>
                  <p:nvPr/>
                </p:nvCxnSpPr>
                <p:spPr>
                  <a:xfrm flipV="1">
                    <a:off x="2369153" y="2076907"/>
                    <a:ext cx="0" cy="223152"/>
                  </a:xfrm>
                  <a:prstGeom prst="line">
                    <a:avLst/>
                  </a:prstGeom>
                  <a:noFill/>
                  <a:ln w="12700">
                    <a:solidFill>
                      <a:schemeClr val="tx1"/>
                    </a:solidFill>
                  </a:ln>
                  <a:effectLst/>
                </p:spPr>
              </p:cxnSp>
            </p:grpSp>
          </p:grpSp>
          <p:grpSp>
            <p:nvGrpSpPr>
              <p:cNvPr id="341" name="Group 340">
                <a:extLst>
                  <a:ext uri="{FF2B5EF4-FFF2-40B4-BE49-F238E27FC236}">
                    <a16:creationId xmlns:a16="http://schemas.microsoft.com/office/drawing/2014/main" id="{D9CFF9DF-69DC-45C4-B5B8-F16F6E5A6246}"/>
                  </a:ext>
                </a:extLst>
              </p:cNvPr>
              <p:cNvGrpSpPr/>
              <p:nvPr/>
            </p:nvGrpSpPr>
            <p:grpSpPr>
              <a:xfrm>
                <a:off x="87719" y="3448145"/>
                <a:ext cx="10339402" cy="2014788"/>
                <a:chOff x="-41721" y="3267075"/>
                <a:chExt cx="10339402" cy="2014788"/>
              </a:xfrm>
            </p:grpSpPr>
            <p:grpSp>
              <p:nvGrpSpPr>
                <p:cNvPr id="342" name="Group 341">
                  <a:extLst>
                    <a:ext uri="{FF2B5EF4-FFF2-40B4-BE49-F238E27FC236}">
                      <a16:creationId xmlns:a16="http://schemas.microsoft.com/office/drawing/2014/main" id="{15454C9F-E604-40BA-A842-6E50639652DA}"/>
                    </a:ext>
                  </a:extLst>
                </p:cNvPr>
                <p:cNvGrpSpPr/>
                <p:nvPr/>
              </p:nvGrpSpPr>
              <p:grpSpPr>
                <a:xfrm>
                  <a:off x="-41721" y="3267075"/>
                  <a:ext cx="10339402" cy="2014788"/>
                  <a:chOff x="1943999" y="3267075"/>
                  <a:chExt cx="8329442" cy="1905000"/>
                </a:xfrm>
              </p:grpSpPr>
              <p:sp>
                <p:nvSpPr>
                  <p:cNvPr id="360" name="ProjectBarRectangle">
                    <a:extLst>
                      <a:ext uri="{FF2B5EF4-FFF2-40B4-BE49-F238E27FC236}">
                        <a16:creationId xmlns:a16="http://schemas.microsoft.com/office/drawing/2014/main" id="{C91CA039-51C9-4BFF-A28F-F9A6C2B9C667}"/>
                      </a:ext>
                    </a:extLst>
                  </p:cNvPr>
                  <p:cNvSpPr/>
                  <p:nvPr/>
                </p:nvSpPr>
                <p:spPr>
                  <a:xfrm>
                    <a:off x="2719387" y="3438524"/>
                    <a:ext cx="6848475" cy="1400175"/>
                  </a:xfrm>
                  <a:prstGeom prst="rect">
                    <a:avLst/>
                  </a:prstGeom>
                  <a:solidFill>
                    <a:srgbClr val="FFFFFF">
                      <a:alpha val="100000"/>
                    </a:srgbClr>
                  </a:solidFill>
                  <a:ln w="12700">
                    <a:solidFill>
                      <a:srgbClr val="22B14C"/>
                    </a:solid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361" name="ProjectBar-Left-Label">
                    <a:extLst>
                      <a:ext uri="{FF2B5EF4-FFF2-40B4-BE49-F238E27FC236}">
                        <a16:creationId xmlns:a16="http://schemas.microsoft.com/office/drawing/2014/main" id="{47337C80-C4E5-4FA1-8CC5-D9D8D83CCDDE}"/>
                      </a:ext>
                    </a:extLst>
                  </p:cNvPr>
                  <p:cNvSpPr txBox="1"/>
                  <p:nvPr/>
                </p:nvSpPr>
                <p:spPr>
                  <a:xfrm>
                    <a:off x="1943999" y="3854568"/>
                    <a:ext cx="752475" cy="4572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r" rtl="0"/>
                    <a:r>
                      <a:rPr lang="en-US" sz="1400" b="1" i="0" dirty="0">
                        <a:latin typeface="Segoe UI"/>
                      </a:rPr>
                      <a:t>Start</a:t>
                    </a:r>
                    <a:br>
                      <a:rPr sz="1400" dirty="0"/>
                    </a:br>
                    <a:r>
                      <a:rPr lang="en-US" sz="1400" b="1" i="0" dirty="0">
                        <a:latin typeface="Segoe UI"/>
                      </a:rPr>
                      <a:t>2/3/21</a:t>
                    </a:r>
                  </a:p>
                </p:txBody>
              </p:sp>
              <p:sp>
                <p:nvSpPr>
                  <p:cNvPr id="362" name="ProjectBar-Right-Label">
                    <a:extLst>
                      <a:ext uri="{FF2B5EF4-FFF2-40B4-BE49-F238E27FC236}">
                        <a16:creationId xmlns:a16="http://schemas.microsoft.com/office/drawing/2014/main" id="{5B031436-2B03-4B4D-B0CC-F99D9C71A560}"/>
                      </a:ext>
                    </a:extLst>
                  </p:cNvPr>
                  <p:cNvSpPr txBox="1"/>
                  <p:nvPr/>
                </p:nvSpPr>
                <p:spPr>
                  <a:xfrm>
                    <a:off x="9625741" y="3681411"/>
                    <a:ext cx="647700" cy="4572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l" rtl="0"/>
                    <a:r>
                      <a:rPr lang="en-US" sz="1400" b="1" i="0" dirty="0">
                        <a:latin typeface="Segoe UI"/>
                      </a:rPr>
                      <a:t>Finish</a:t>
                    </a:r>
                    <a:br>
                      <a:rPr sz="1400" dirty="0"/>
                    </a:br>
                    <a:r>
                      <a:rPr lang="en-US" sz="1400" b="1" i="0" dirty="0">
                        <a:latin typeface="Segoe UI"/>
                      </a:rPr>
                      <a:t>3/18/21</a:t>
                    </a:r>
                  </a:p>
                </p:txBody>
              </p:sp>
              <p:sp>
                <p:nvSpPr>
                  <p:cNvPr id="363" name="ProjectBar-SummaryTask-Label">
                    <a:extLst>
                      <a:ext uri="{FF2B5EF4-FFF2-40B4-BE49-F238E27FC236}">
                        <a16:creationId xmlns:a16="http://schemas.microsoft.com/office/drawing/2014/main" id="{5A97BCBF-36F5-46AD-AFFB-5130C2BBC85C}"/>
                      </a:ext>
                    </a:extLst>
                  </p:cNvPr>
                  <p:cNvSpPr txBox="1"/>
                  <p:nvPr/>
                </p:nvSpPr>
                <p:spPr>
                  <a:xfrm>
                    <a:off x="2719387" y="4867275"/>
                    <a:ext cx="1371600" cy="3048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Autofit/>
                  </a:bodyPr>
                  <a:lstStyle/>
                  <a:p>
                    <a:pPr algn="l" rtl="0"/>
                    <a:r>
                      <a:rPr lang="en-US" sz="1400" b="1" i="0" dirty="0">
                        <a:solidFill>
                          <a:srgbClr val="22B14C"/>
                        </a:solidFill>
                        <a:latin typeface="Segoe UI"/>
                      </a:rPr>
                      <a:t>Deliverables</a:t>
                    </a:r>
                  </a:p>
                </p:txBody>
              </p:sp>
              <p:sp>
                <p:nvSpPr>
                  <p:cNvPr id="364" name="TimescaleTextBox">
                    <a:extLst>
                      <a:ext uri="{FF2B5EF4-FFF2-40B4-BE49-F238E27FC236}">
                        <a16:creationId xmlns:a16="http://schemas.microsoft.com/office/drawing/2014/main" id="{5E0A4C02-E717-452A-9E2C-87E90CE73FB3}"/>
                      </a:ext>
                    </a:extLst>
                  </p:cNvPr>
                  <p:cNvSpPr txBox="1"/>
                  <p:nvPr/>
                </p:nvSpPr>
                <p:spPr>
                  <a:xfrm>
                    <a:off x="3614737" y="3267075"/>
                    <a:ext cx="476250"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1000" b="0" i="0" dirty="0">
                        <a:latin typeface="Segoe UI"/>
                      </a:rPr>
                      <a:t>Feb 9,</a:t>
                    </a:r>
                  </a:p>
                </p:txBody>
              </p:sp>
              <p:cxnSp>
                <p:nvCxnSpPr>
                  <p:cNvPr id="365" name="TimescaleLine">
                    <a:extLst>
                      <a:ext uri="{FF2B5EF4-FFF2-40B4-BE49-F238E27FC236}">
                        <a16:creationId xmlns:a16="http://schemas.microsoft.com/office/drawing/2014/main" id="{4257C7AC-6AD3-41B6-8746-C6F6F00ADE7C}"/>
                      </a:ext>
                    </a:extLst>
                  </p:cNvPr>
                  <p:cNvCxnSpPr/>
                  <p:nvPr/>
                </p:nvCxnSpPr>
                <p:spPr>
                  <a:xfrm flipH="1" flipV="1">
                    <a:off x="3614737" y="3305175"/>
                    <a:ext cx="0" cy="133350"/>
                  </a:xfrm>
                  <a:prstGeom prst="line">
                    <a:avLst/>
                  </a:prstGeom>
                  <a:ln w="12700">
                    <a:solidFill>
                      <a:schemeClr val="tx1"/>
                    </a:solidFill>
                  </a:ln>
                </p:spPr>
                <p:style>
                  <a:lnRef idx="0">
                    <a:scrgbClr r="0" g="0" b="0"/>
                  </a:lnRef>
                  <a:fillRef idx="0">
                    <a:scrgbClr r="0" g="0" b="0"/>
                  </a:fillRef>
                  <a:effectRef idx="0">
                    <a:scrgbClr r="0" g="0" b="0"/>
                  </a:effectRef>
                  <a:fontRef idx="none"/>
                </p:style>
              </p:cxnSp>
              <p:sp>
                <p:nvSpPr>
                  <p:cNvPr id="366" name="TimescaleTextBox">
                    <a:extLst>
                      <a:ext uri="{FF2B5EF4-FFF2-40B4-BE49-F238E27FC236}">
                        <a16:creationId xmlns:a16="http://schemas.microsoft.com/office/drawing/2014/main" id="{6BB14CAB-6806-4A83-879A-B985FC89E08B}"/>
                      </a:ext>
                    </a:extLst>
                  </p:cNvPr>
                  <p:cNvSpPr txBox="1"/>
                  <p:nvPr/>
                </p:nvSpPr>
                <p:spPr>
                  <a:xfrm>
                    <a:off x="4719637" y="3267075"/>
                    <a:ext cx="533400"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1000" b="0" i="0" dirty="0">
                        <a:latin typeface="Segoe UI"/>
                      </a:rPr>
                      <a:t>Feb 16</a:t>
                    </a:r>
                  </a:p>
                </p:txBody>
              </p:sp>
              <p:cxnSp>
                <p:nvCxnSpPr>
                  <p:cNvPr id="367" name="TimescaleLine">
                    <a:extLst>
                      <a:ext uri="{FF2B5EF4-FFF2-40B4-BE49-F238E27FC236}">
                        <a16:creationId xmlns:a16="http://schemas.microsoft.com/office/drawing/2014/main" id="{B061D0A3-C390-4EC0-BA40-9E70CB841BB2}"/>
                      </a:ext>
                    </a:extLst>
                  </p:cNvPr>
                  <p:cNvCxnSpPr/>
                  <p:nvPr/>
                </p:nvCxnSpPr>
                <p:spPr>
                  <a:xfrm flipH="1" flipV="1">
                    <a:off x="4719637" y="3305175"/>
                    <a:ext cx="0" cy="133350"/>
                  </a:xfrm>
                  <a:prstGeom prst="line">
                    <a:avLst/>
                  </a:prstGeom>
                  <a:ln w="12700">
                    <a:solidFill>
                      <a:schemeClr val="tx1"/>
                    </a:solidFill>
                  </a:ln>
                </p:spPr>
                <p:style>
                  <a:lnRef idx="0">
                    <a:scrgbClr r="0" g="0" b="0"/>
                  </a:lnRef>
                  <a:fillRef idx="0">
                    <a:scrgbClr r="0" g="0" b="0"/>
                  </a:fillRef>
                  <a:effectRef idx="0">
                    <a:scrgbClr r="0" g="0" b="0"/>
                  </a:effectRef>
                  <a:fontRef idx="none"/>
                </p:style>
              </p:cxnSp>
              <p:sp>
                <p:nvSpPr>
                  <p:cNvPr id="368" name="TimescaleTextBox">
                    <a:extLst>
                      <a:ext uri="{FF2B5EF4-FFF2-40B4-BE49-F238E27FC236}">
                        <a16:creationId xmlns:a16="http://schemas.microsoft.com/office/drawing/2014/main" id="{7B7DA87A-75E7-4266-90DD-6D6EC82A8076}"/>
                      </a:ext>
                    </a:extLst>
                  </p:cNvPr>
                  <p:cNvSpPr txBox="1"/>
                  <p:nvPr/>
                </p:nvSpPr>
                <p:spPr>
                  <a:xfrm>
                    <a:off x="5824537" y="3267075"/>
                    <a:ext cx="533400"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1000" b="0" i="0" dirty="0">
                        <a:latin typeface="Segoe UI"/>
                      </a:rPr>
                      <a:t>Feb 23</a:t>
                    </a:r>
                  </a:p>
                </p:txBody>
              </p:sp>
              <p:cxnSp>
                <p:nvCxnSpPr>
                  <p:cNvPr id="369" name="TimescaleLine">
                    <a:extLst>
                      <a:ext uri="{FF2B5EF4-FFF2-40B4-BE49-F238E27FC236}">
                        <a16:creationId xmlns:a16="http://schemas.microsoft.com/office/drawing/2014/main" id="{831908DD-2729-4EE8-A304-38C08990EC2D}"/>
                      </a:ext>
                    </a:extLst>
                  </p:cNvPr>
                  <p:cNvCxnSpPr/>
                  <p:nvPr/>
                </p:nvCxnSpPr>
                <p:spPr>
                  <a:xfrm flipH="1" flipV="1">
                    <a:off x="5824537" y="3305175"/>
                    <a:ext cx="0" cy="133350"/>
                  </a:xfrm>
                  <a:prstGeom prst="line">
                    <a:avLst/>
                  </a:prstGeom>
                  <a:ln w="12700">
                    <a:solidFill>
                      <a:schemeClr val="tx1"/>
                    </a:solidFill>
                  </a:ln>
                </p:spPr>
                <p:style>
                  <a:lnRef idx="0">
                    <a:scrgbClr r="0" g="0" b="0"/>
                  </a:lnRef>
                  <a:fillRef idx="0">
                    <a:scrgbClr r="0" g="0" b="0"/>
                  </a:fillRef>
                  <a:effectRef idx="0">
                    <a:scrgbClr r="0" g="0" b="0"/>
                  </a:effectRef>
                  <a:fontRef idx="none"/>
                </p:style>
              </p:cxnSp>
              <p:sp>
                <p:nvSpPr>
                  <p:cNvPr id="370" name="TimescaleTextBox">
                    <a:extLst>
                      <a:ext uri="{FF2B5EF4-FFF2-40B4-BE49-F238E27FC236}">
                        <a16:creationId xmlns:a16="http://schemas.microsoft.com/office/drawing/2014/main" id="{E88EE746-B0D4-4D5A-8C25-D7D2DB09E613}"/>
                      </a:ext>
                    </a:extLst>
                  </p:cNvPr>
                  <p:cNvSpPr txBox="1"/>
                  <p:nvPr/>
                </p:nvSpPr>
                <p:spPr>
                  <a:xfrm>
                    <a:off x="6929437" y="3267075"/>
                    <a:ext cx="495300"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1000" b="0" i="0" dirty="0">
                        <a:latin typeface="Segoe UI"/>
                      </a:rPr>
                      <a:t>Mar 2</a:t>
                    </a:r>
                  </a:p>
                </p:txBody>
              </p:sp>
              <p:cxnSp>
                <p:nvCxnSpPr>
                  <p:cNvPr id="371" name="TimescaleLine">
                    <a:extLst>
                      <a:ext uri="{FF2B5EF4-FFF2-40B4-BE49-F238E27FC236}">
                        <a16:creationId xmlns:a16="http://schemas.microsoft.com/office/drawing/2014/main" id="{9CE6C090-BBD8-41D8-A7F7-C8501B042B1F}"/>
                      </a:ext>
                    </a:extLst>
                  </p:cNvPr>
                  <p:cNvCxnSpPr/>
                  <p:nvPr/>
                </p:nvCxnSpPr>
                <p:spPr>
                  <a:xfrm flipH="1" flipV="1">
                    <a:off x="6929437" y="3305175"/>
                    <a:ext cx="0" cy="133350"/>
                  </a:xfrm>
                  <a:prstGeom prst="line">
                    <a:avLst/>
                  </a:prstGeom>
                  <a:ln w="12700">
                    <a:solidFill>
                      <a:schemeClr val="tx1"/>
                    </a:solidFill>
                  </a:ln>
                </p:spPr>
                <p:style>
                  <a:lnRef idx="0">
                    <a:scrgbClr r="0" g="0" b="0"/>
                  </a:lnRef>
                  <a:fillRef idx="0">
                    <a:scrgbClr r="0" g="0" b="0"/>
                  </a:fillRef>
                  <a:effectRef idx="0">
                    <a:scrgbClr r="0" g="0" b="0"/>
                  </a:effectRef>
                  <a:fontRef idx="none"/>
                </p:style>
              </p:cxnSp>
              <p:sp>
                <p:nvSpPr>
                  <p:cNvPr id="372" name="TimescaleTextBox">
                    <a:extLst>
                      <a:ext uri="{FF2B5EF4-FFF2-40B4-BE49-F238E27FC236}">
                        <a16:creationId xmlns:a16="http://schemas.microsoft.com/office/drawing/2014/main" id="{F7E3C6C5-B896-4558-AE3F-0BB173360DBF}"/>
                      </a:ext>
                    </a:extLst>
                  </p:cNvPr>
                  <p:cNvSpPr txBox="1"/>
                  <p:nvPr/>
                </p:nvSpPr>
                <p:spPr>
                  <a:xfrm>
                    <a:off x="8034337" y="3267075"/>
                    <a:ext cx="495300"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1000" b="0" i="0" dirty="0">
                        <a:latin typeface="Segoe UI"/>
                      </a:rPr>
                      <a:t>Mar 9</a:t>
                    </a:r>
                  </a:p>
                </p:txBody>
              </p:sp>
              <p:cxnSp>
                <p:nvCxnSpPr>
                  <p:cNvPr id="373" name="TimescaleLine">
                    <a:extLst>
                      <a:ext uri="{FF2B5EF4-FFF2-40B4-BE49-F238E27FC236}">
                        <a16:creationId xmlns:a16="http://schemas.microsoft.com/office/drawing/2014/main" id="{E93CFA7A-8290-4F35-82F3-7269DD3516C4}"/>
                      </a:ext>
                    </a:extLst>
                  </p:cNvPr>
                  <p:cNvCxnSpPr/>
                  <p:nvPr/>
                </p:nvCxnSpPr>
                <p:spPr>
                  <a:xfrm flipH="1" flipV="1">
                    <a:off x="8034337" y="3305175"/>
                    <a:ext cx="0" cy="133350"/>
                  </a:xfrm>
                  <a:prstGeom prst="line">
                    <a:avLst/>
                  </a:prstGeom>
                  <a:ln w="12700">
                    <a:solidFill>
                      <a:schemeClr val="tx1"/>
                    </a:solidFill>
                  </a:ln>
                </p:spPr>
                <p:style>
                  <a:lnRef idx="0">
                    <a:scrgbClr r="0" g="0" b="0"/>
                  </a:lnRef>
                  <a:fillRef idx="0">
                    <a:scrgbClr r="0" g="0" b="0"/>
                  </a:fillRef>
                  <a:effectRef idx="0">
                    <a:scrgbClr r="0" g="0" b="0"/>
                  </a:effectRef>
                  <a:fontRef idx="none"/>
                </p:style>
              </p:cxnSp>
              <p:sp>
                <p:nvSpPr>
                  <p:cNvPr id="374" name="TimescaleTextBox">
                    <a:extLst>
                      <a:ext uri="{FF2B5EF4-FFF2-40B4-BE49-F238E27FC236}">
                        <a16:creationId xmlns:a16="http://schemas.microsoft.com/office/drawing/2014/main" id="{69F0EFDF-631E-490E-BBD4-44B0636D60C4}"/>
                      </a:ext>
                    </a:extLst>
                  </p:cNvPr>
                  <p:cNvSpPr txBox="1"/>
                  <p:nvPr/>
                </p:nvSpPr>
                <p:spPr>
                  <a:xfrm>
                    <a:off x="9139237" y="3267075"/>
                    <a:ext cx="552450" cy="17145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l" rtl="0"/>
                    <a:r>
                      <a:rPr lang="en-US" sz="1000" b="0" i="0" dirty="0">
                        <a:latin typeface="Segoe UI"/>
                      </a:rPr>
                      <a:t>Mar 16</a:t>
                    </a:r>
                  </a:p>
                </p:txBody>
              </p:sp>
              <p:cxnSp>
                <p:nvCxnSpPr>
                  <p:cNvPr id="375" name="TimescaleLine">
                    <a:extLst>
                      <a:ext uri="{FF2B5EF4-FFF2-40B4-BE49-F238E27FC236}">
                        <a16:creationId xmlns:a16="http://schemas.microsoft.com/office/drawing/2014/main" id="{0D03869A-C63F-439B-926C-428DFD6C0918}"/>
                      </a:ext>
                    </a:extLst>
                  </p:cNvPr>
                  <p:cNvCxnSpPr/>
                  <p:nvPr/>
                </p:nvCxnSpPr>
                <p:spPr>
                  <a:xfrm flipH="1" flipV="1">
                    <a:off x="9139237" y="3305175"/>
                    <a:ext cx="0" cy="133350"/>
                  </a:xfrm>
                  <a:prstGeom prst="line">
                    <a:avLst/>
                  </a:prstGeom>
                  <a:ln w="12700">
                    <a:solidFill>
                      <a:schemeClr val="tx1"/>
                    </a:solidFill>
                  </a:ln>
                </p:spPr>
                <p:style>
                  <a:lnRef idx="0">
                    <a:scrgbClr r="0" g="0" b="0"/>
                  </a:lnRef>
                  <a:fillRef idx="0">
                    <a:scrgbClr r="0" g="0" b="0"/>
                  </a:fillRef>
                  <a:effectRef idx="0">
                    <a:scrgbClr r="0" g="0" b="0"/>
                  </a:effectRef>
                  <a:fontRef idx="none"/>
                </p:style>
              </p:cxnSp>
            </p:grpSp>
            <p:sp>
              <p:nvSpPr>
                <p:cNvPr id="343" name="Taskrect">
                  <a:extLst>
                    <a:ext uri="{FF2B5EF4-FFF2-40B4-BE49-F238E27FC236}">
                      <a16:creationId xmlns:a16="http://schemas.microsoft.com/office/drawing/2014/main" id="{ECFACF74-36F4-45F9-B445-C333138588E5}"/>
                    </a:ext>
                  </a:extLst>
                </p:cNvPr>
                <p:cNvSpPr/>
                <p:nvPr/>
              </p:nvSpPr>
              <p:spPr>
                <a:xfrm>
                  <a:off x="5938837" y="3914775"/>
                  <a:ext cx="0" cy="457200"/>
                </a:xfrm>
                <a:prstGeom prst="rect">
                  <a:avLst/>
                </a:prstGeom>
                <a:solidFill>
                  <a:srgbClr val="DFEBF7">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344" name="TaskProgressRect">
                  <a:extLst>
                    <a:ext uri="{FF2B5EF4-FFF2-40B4-BE49-F238E27FC236}">
                      <a16:creationId xmlns:a16="http://schemas.microsoft.com/office/drawing/2014/main" id="{A44491E5-52F2-4F84-BD46-814C4570F7ED}"/>
                    </a:ext>
                  </a:extLst>
                </p:cNvPr>
                <p:cNvSpPr/>
                <p:nvPr/>
              </p:nvSpPr>
              <p:spPr>
                <a:xfrm>
                  <a:off x="3452545" y="4152900"/>
                  <a:ext cx="1288575" cy="638532"/>
                </a:xfrm>
                <a:prstGeom prst="rect">
                  <a:avLst/>
                </a:prstGeom>
                <a:solidFill>
                  <a:srgbClr val="A8C9E9">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345" name="Shape56">
                  <a:extLst>
                    <a:ext uri="{FF2B5EF4-FFF2-40B4-BE49-F238E27FC236}">
                      <a16:creationId xmlns:a16="http://schemas.microsoft.com/office/drawing/2014/main" id="{4EDCFE92-DD40-47B2-BD42-F33B407A5966}"/>
                    </a:ext>
                  </a:extLst>
                </p:cNvPr>
                <p:cNvSpPr txBox="1"/>
                <p:nvPr/>
              </p:nvSpPr>
              <p:spPr>
                <a:xfrm>
                  <a:off x="3395662" y="4152900"/>
                  <a:ext cx="1345458" cy="633622"/>
                </a:xfrm>
                <a:prstGeom prst="rect">
                  <a:avLst/>
                </a:prstGeom>
                <a:solidFill>
                  <a:srgbClr val="53CB75"/>
                </a:solidFill>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ctr" rtl="0"/>
                  <a:r>
                    <a:rPr lang="en-US" sz="1200" i="0" dirty="0">
                      <a:solidFill>
                        <a:srgbClr val="444444"/>
                      </a:solidFill>
                      <a:latin typeface="Segoe UI"/>
                    </a:rPr>
                    <a:t>✔Install VPN</a:t>
                  </a:r>
                  <a:br>
                    <a:rPr dirty="0"/>
                  </a:br>
                  <a:r>
                    <a:rPr lang="en-US" sz="1200" i="0" dirty="0">
                      <a:solidFill>
                        <a:srgbClr val="444444"/>
                      </a:solidFill>
                      <a:latin typeface="Segoe UI"/>
                    </a:rPr>
                    <a:t>2/16/21 - 2/23/21</a:t>
                  </a:r>
                </a:p>
              </p:txBody>
            </p:sp>
            <p:sp>
              <p:nvSpPr>
                <p:cNvPr id="346" name="Taskrect">
                  <a:extLst>
                    <a:ext uri="{FF2B5EF4-FFF2-40B4-BE49-F238E27FC236}">
                      <a16:creationId xmlns:a16="http://schemas.microsoft.com/office/drawing/2014/main" id="{49CA69A1-4508-42C8-9AEC-DD271DD1862C}"/>
                    </a:ext>
                  </a:extLst>
                </p:cNvPr>
                <p:cNvSpPr/>
                <p:nvPr/>
              </p:nvSpPr>
              <p:spPr>
                <a:xfrm>
                  <a:off x="7519987" y="3448050"/>
                  <a:ext cx="0" cy="457200"/>
                </a:xfrm>
                <a:prstGeom prst="rect">
                  <a:avLst/>
                </a:prstGeom>
                <a:solidFill>
                  <a:srgbClr val="DFEBF7">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347" name="TaskProgressRect">
                  <a:extLst>
                    <a:ext uri="{FF2B5EF4-FFF2-40B4-BE49-F238E27FC236}">
                      <a16:creationId xmlns:a16="http://schemas.microsoft.com/office/drawing/2014/main" id="{DDAB4AC0-D6A4-477D-91EC-72D92685B32C}"/>
                    </a:ext>
                  </a:extLst>
                </p:cNvPr>
                <p:cNvSpPr/>
                <p:nvPr/>
              </p:nvSpPr>
              <p:spPr>
                <a:xfrm>
                  <a:off x="5171307" y="3457931"/>
                  <a:ext cx="1314450" cy="633622"/>
                </a:xfrm>
                <a:prstGeom prst="rect">
                  <a:avLst/>
                </a:prstGeom>
                <a:solidFill>
                  <a:srgbClr val="53CB75"/>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348" name="Shape59">
                  <a:extLst>
                    <a:ext uri="{FF2B5EF4-FFF2-40B4-BE49-F238E27FC236}">
                      <a16:creationId xmlns:a16="http://schemas.microsoft.com/office/drawing/2014/main" id="{E4E4BB6A-FC53-4FC8-83D8-22962CC0024C}"/>
                    </a:ext>
                  </a:extLst>
                </p:cNvPr>
                <p:cNvSpPr txBox="1"/>
                <p:nvPr/>
              </p:nvSpPr>
              <p:spPr>
                <a:xfrm>
                  <a:off x="5139702" y="3546142"/>
                  <a:ext cx="1314450" cy="457200"/>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Autofit/>
                </a:bodyPr>
                <a:lstStyle/>
                <a:p>
                  <a:pPr algn="ctr" rtl="0"/>
                  <a:r>
                    <a:rPr lang="en-US" sz="1200" i="0" dirty="0">
                      <a:solidFill>
                        <a:srgbClr val="444444"/>
                      </a:solidFill>
                      <a:latin typeface="Segoe UI"/>
                    </a:rPr>
                    <a:t>✔Install </a:t>
                  </a:r>
                </a:p>
                <a:p>
                  <a:pPr algn="ctr" rtl="0"/>
                  <a:r>
                    <a:rPr lang="en-US" sz="1200" i="0" dirty="0">
                      <a:solidFill>
                        <a:srgbClr val="444444"/>
                      </a:solidFill>
                      <a:latin typeface="Segoe UI"/>
                    </a:rPr>
                    <a:t>Web cams</a:t>
                  </a:r>
                  <a:br>
                    <a:rPr sz="1200" dirty="0"/>
                  </a:br>
                  <a:r>
                    <a:rPr lang="en-US" sz="1200" i="0" dirty="0">
                      <a:solidFill>
                        <a:srgbClr val="444444"/>
                      </a:solidFill>
                      <a:latin typeface="Segoe UI"/>
                    </a:rPr>
                    <a:t>2/25/21 - 3/5/21</a:t>
                  </a:r>
                </a:p>
              </p:txBody>
            </p:sp>
            <p:sp>
              <p:nvSpPr>
                <p:cNvPr id="349" name="Taskrect">
                  <a:extLst>
                    <a:ext uri="{FF2B5EF4-FFF2-40B4-BE49-F238E27FC236}">
                      <a16:creationId xmlns:a16="http://schemas.microsoft.com/office/drawing/2014/main" id="{ABABCE45-B4A8-42B1-96DC-43FD7D1FE728}"/>
                    </a:ext>
                  </a:extLst>
                </p:cNvPr>
                <p:cNvSpPr/>
                <p:nvPr/>
              </p:nvSpPr>
              <p:spPr>
                <a:xfrm>
                  <a:off x="4672012" y="3448050"/>
                  <a:ext cx="0" cy="457200"/>
                </a:xfrm>
                <a:prstGeom prst="rect">
                  <a:avLst/>
                </a:prstGeom>
                <a:solidFill>
                  <a:srgbClr val="DFEBF7">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grpSp>
              <p:nvGrpSpPr>
                <p:cNvPr id="350" name="Group 349">
                  <a:extLst>
                    <a:ext uri="{FF2B5EF4-FFF2-40B4-BE49-F238E27FC236}">
                      <a16:creationId xmlns:a16="http://schemas.microsoft.com/office/drawing/2014/main" id="{A812C3C3-AE83-4E34-B4E4-F7D5C87C7CCE}"/>
                    </a:ext>
                  </a:extLst>
                </p:cNvPr>
                <p:cNvGrpSpPr/>
                <p:nvPr/>
              </p:nvGrpSpPr>
              <p:grpSpPr>
                <a:xfrm>
                  <a:off x="2390614" y="3448048"/>
                  <a:ext cx="908182" cy="1039730"/>
                  <a:chOff x="3160641" y="3448049"/>
                  <a:chExt cx="1568522" cy="645647"/>
                </a:xfrm>
              </p:grpSpPr>
              <p:sp>
                <p:nvSpPr>
                  <p:cNvPr id="358" name="TaskProgressRect">
                    <a:extLst>
                      <a:ext uri="{FF2B5EF4-FFF2-40B4-BE49-F238E27FC236}">
                        <a16:creationId xmlns:a16="http://schemas.microsoft.com/office/drawing/2014/main" id="{5876DED0-BF67-4566-8134-EE8C572B5A13}"/>
                      </a:ext>
                    </a:extLst>
                  </p:cNvPr>
                  <p:cNvSpPr/>
                  <p:nvPr/>
                </p:nvSpPr>
                <p:spPr>
                  <a:xfrm>
                    <a:off x="3160641" y="3455521"/>
                    <a:ext cx="1568522" cy="638175"/>
                  </a:xfrm>
                  <a:prstGeom prst="rect">
                    <a:avLst/>
                  </a:prstGeom>
                  <a:solidFill>
                    <a:srgbClr val="53CB75"/>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359" name="Shape62">
                    <a:extLst>
                      <a:ext uri="{FF2B5EF4-FFF2-40B4-BE49-F238E27FC236}">
                        <a16:creationId xmlns:a16="http://schemas.microsoft.com/office/drawing/2014/main" id="{C31496A8-682C-488D-8E43-7D06D025D063}"/>
                      </a:ext>
                    </a:extLst>
                  </p:cNvPr>
                  <p:cNvSpPr txBox="1"/>
                  <p:nvPr/>
                </p:nvSpPr>
                <p:spPr>
                  <a:xfrm>
                    <a:off x="3190214" y="3448049"/>
                    <a:ext cx="1405621" cy="631665"/>
                  </a:xfrm>
                  <a:prstGeom prst="rect">
                    <a:avLst/>
                  </a:prstGeom>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Autofit/>
                  </a:bodyPr>
                  <a:lstStyle/>
                  <a:p>
                    <a:pPr algn="ctr" rtl="0"/>
                    <a:r>
                      <a:rPr lang="en-US" sz="1200" i="0" dirty="0">
                        <a:solidFill>
                          <a:srgbClr val="444444"/>
                        </a:solidFill>
                        <a:latin typeface="Segoe UI"/>
                      </a:rPr>
                      <a:t>✔</a:t>
                    </a:r>
                  </a:p>
                  <a:p>
                    <a:pPr algn="ctr" rtl="0"/>
                    <a:r>
                      <a:rPr lang="en-US" sz="1200" i="0" dirty="0">
                        <a:solidFill>
                          <a:srgbClr val="444444"/>
                        </a:solidFill>
                        <a:latin typeface="Segoe UI"/>
                      </a:rPr>
                      <a:t>Contracts Signed</a:t>
                    </a:r>
                    <a:br>
                      <a:rPr sz="1200" dirty="0"/>
                    </a:br>
                    <a:r>
                      <a:rPr lang="en-US" sz="1200" dirty="0"/>
                      <a:t> </a:t>
                    </a:r>
                    <a:r>
                      <a:rPr lang="en-US" sz="1200" i="0" dirty="0">
                        <a:solidFill>
                          <a:srgbClr val="444444"/>
                        </a:solidFill>
                        <a:latin typeface="Segoe UI"/>
                      </a:rPr>
                      <a:t>2/11/21 -2/15/21</a:t>
                    </a:r>
                  </a:p>
                </p:txBody>
              </p:sp>
            </p:grpSp>
            <p:sp>
              <p:nvSpPr>
                <p:cNvPr id="351" name="Taskrect">
                  <a:extLst>
                    <a:ext uri="{FF2B5EF4-FFF2-40B4-BE49-F238E27FC236}">
                      <a16:creationId xmlns:a16="http://schemas.microsoft.com/office/drawing/2014/main" id="{0AEC8CBE-4E47-40AE-BB7E-83339BAA735B}"/>
                    </a:ext>
                  </a:extLst>
                </p:cNvPr>
                <p:cNvSpPr/>
                <p:nvPr/>
              </p:nvSpPr>
              <p:spPr>
                <a:xfrm>
                  <a:off x="5938837" y="3448050"/>
                  <a:ext cx="0" cy="457200"/>
                </a:xfrm>
                <a:prstGeom prst="rect">
                  <a:avLst/>
                </a:prstGeom>
                <a:solidFill>
                  <a:srgbClr val="DFEBF7">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grpSp>
              <p:nvGrpSpPr>
                <p:cNvPr id="352" name="Group 351">
                  <a:extLst>
                    <a:ext uri="{FF2B5EF4-FFF2-40B4-BE49-F238E27FC236}">
                      <a16:creationId xmlns:a16="http://schemas.microsoft.com/office/drawing/2014/main" id="{C7BD45F0-0FDC-4AE0-8220-3F9308628DB3}"/>
                    </a:ext>
                  </a:extLst>
                </p:cNvPr>
                <p:cNvGrpSpPr/>
                <p:nvPr/>
              </p:nvGrpSpPr>
              <p:grpSpPr>
                <a:xfrm>
                  <a:off x="3369736" y="3448049"/>
                  <a:ext cx="1466004" cy="638532"/>
                  <a:chOff x="4750076" y="3448050"/>
                  <a:chExt cx="1296496" cy="457200"/>
                </a:xfrm>
              </p:grpSpPr>
              <p:sp>
                <p:nvSpPr>
                  <p:cNvPr id="356" name="TaskProgressRect">
                    <a:extLst>
                      <a:ext uri="{FF2B5EF4-FFF2-40B4-BE49-F238E27FC236}">
                        <a16:creationId xmlns:a16="http://schemas.microsoft.com/office/drawing/2014/main" id="{32728D7A-EB7E-48E3-B975-ED9FE9853522}"/>
                      </a:ext>
                    </a:extLst>
                  </p:cNvPr>
                  <p:cNvSpPr/>
                  <p:nvPr/>
                </p:nvSpPr>
                <p:spPr>
                  <a:xfrm>
                    <a:off x="4810376" y="3448050"/>
                    <a:ext cx="1152525" cy="457200"/>
                  </a:xfrm>
                  <a:prstGeom prst="rect">
                    <a:avLst/>
                  </a:prstGeom>
                  <a:solidFill>
                    <a:srgbClr val="A8C9E9">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357" name="Shape65">
                    <a:extLst>
                      <a:ext uri="{FF2B5EF4-FFF2-40B4-BE49-F238E27FC236}">
                        <a16:creationId xmlns:a16="http://schemas.microsoft.com/office/drawing/2014/main" id="{49242213-FDAA-490C-B0FE-40228FDCE54D}"/>
                      </a:ext>
                    </a:extLst>
                  </p:cNvPr>
                  <p:cNvSpPr txBox="1"/>
                  <p:nvPr/>
                </p:nvSpPr>
                <p:spPr>
                  <a:xfrm>
                    <a:off x="4750076" y="3448050"/>
                    <a:ext cx="1296496" cy="453684"/>
                  </a:xfrm>
                  <a:prstGeom prst="rect">
                    <a:avLst/>
                  </a:prstGeom>
                  <a:solidFill>
                    <a:srgbClr val="53CB75"/>
                  </a:solidFill>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ctr" rtl="0"/>
                    <a:r>
                      <a:rPr lang="en-US" sz="1200" i="0" dirty="0">
                        <a:solidFill>
                          <a:srgbClr val="444444"/>
                        </a:solidFill>
                        <a:latin typeface="Segoe UI"/>
                      </a:rPr>
                      <a:t>✔Install MDM</a:t>
                    </a:r>
                    <a:br>
                      <a:rPr dirty="0"/>
                    </a:br>
                    <a:r>
                      <a:rPr lang="en-US" sz="1200" i="0" dirty="0">
                        <a:solidFill>
                          <a:srgbClr val="444444"/>
                        </a:solidFill>
                        <a:latin typeface="Segoe UI"/>
                      </a:rPr>
                      <a:t>2/16/21 - 2/23/21</a:t>
                    </a:r>
                  </a:p>
                </p:txBody>
              </p:sp>
            </p:grpSp>
            <p:sp>
              <p:nvSpPr>
                <p:cNvPr id="353" name="Taskrect">
                  <a:extLst>
                    <a:ext uri="{FF2B5EF4-FFF2-40B4-BE49-F238E27FC236}">
                      <a16:creationId xmlns:a16="http://schemas.microsoft.com/office/drawing/2014/main" id="{06BFFC83-F3F7-4699-AD1E-930B058A49F5}"/>
                    </a:ext>
                  </a:extLst>
                </p:cNvPr>
                <p:cNvSpPr/>
                <p:nvPr/>
              </p:nvSpPr>
              <p:spPr>
                <a:xfrm>
                  <a:off x="7519987" y="4381500"/>
                  <a:ext cx="0" cy="457200"/>
                </a:xfrm>
                <a:prstGeom prst="rect">
                  <a:avLst/>
                </a:prstGeom>
                <a:solidFill>
                  <a:srgbClr val="DFEBF7">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354" name="TaskProgressRect">
                  <a:extLst>
                    <a:ext uri="{FF2B5EF4-FFF2-40B4-BE49-F238E27FC236}">
                      <a16:creationId xmlns:a16="http://schemas.microsoft.com/office/drawing/2014/main" id="{E26EA33D-B19F-4E12-875D-5BFC359E3FDD}"/>
                    </a:ext>
                  </a:extLst>
                </p:cNvPr>
                <p:cNvSpPr/>
                <p:nvPr/>
              </p:nvSpPr>
              <p:spPr>
                <a:xfrm>
                  <a:off x="4798003" y="4152900"/>
                  <a:ext cx="1676925" cy="633622"/>
                </a:xfrm>
                <a:prstGeom prst="rect">
                  <a:avLst/>
                </a:prstGeom>
                <a:solidFill>
                  <a:srgbClr val="A8C9E9">
                    <a:alpha val="100000"/>
                  </a:srgbClr>
                </a:solidFill>
                <a:ln>
                  <a:noFill/>
                </a:ln>
              </p:spPr>
              <p:style>
                <a:lnRef idx="0">
                  <a:scrgbClr r="0" g="0" b="0"/>
                </a:lnRef>
                <a:fillRef idx="0">
                  <a:scrgbClr r="0" g="0" b="0"/>
                </a:fillRef>
                <a:effectRef idx="0">
                  <a:scrgbClr r="0" g="0" b="0"/>
                </a:effectRef>
                <a:fontRef idx="none"/>
              </p:style>
              <p:txBody>
                <a:bodyPr rot="0" spcFirstLastPara="0" vert="horz" wrap="square" lIns="0" tIns="0" rIns="0" bIns="0" spcCol="0" rtlCol="0" anchor="ctr" forceAA="0" compatLnSpc="1">
                  <a:prstTxWarp prst="textNoShape">
                    <a:avLst/>
                  </a:prstTxWarp>
                  <a:normAutofit/>
                </a:bodyPr>
                <a:lstStyle/>
                <a:p>
                  <a:pPr algn="ctr"/>
                  <a:endParaRPr lang="en-US"/>
                </a:p>
              </p:txBody>
            </p:sp>
            <p:sp>
              <p:nvSpPr>
                <p:cNvPr id="355" name="Shape68">
                  <a:extLst>
                    <a:ext uri="{FF2B5EF4-FFF2-40B4-BE49-F238E27FC236}">
                      <a16:creationId xmlns:a16="http://schemas.microsoft.com/office/drawing/2014/main" id="{8DAB8A6F-DDCA-465C-AE22-7BC923C56C43}"/>
                    </a:ext>
                  </a:extLst>
                </p:cNvPr>
                <p:cNvSpPr txBox="1"/>
                <p:nvPr/>
              </p:nvSpPr>
              <p:spPr>
                <a:xfrm>
                  <a:off x="4812061" y="4152900"/>
                  <a:ext cx="1676926" cy="665295"/>
                </a:xfrm>
                <a:prstGeom prst="rect">
                  <a:avLst/>
                </a:prstGeom>
                <a:solidFill>
                  <a:srgbClr val="53CB75"/>
                </a:solidFill>
                <a:ln>
                  <a:noFill/>
                </a:ln>
              </p:spPr>
              <p:style>
                <a:lnRef idx="0">
                  <a:scrgbClr r="0" g="0" b="0"/>
                </a:lnRef>
                <a:fillRef idx="0">
                  <a:scrgbClr r="0" g="0" b="0"/>
                </a:fillRef>
                <a:effectRef idx="0">
                  <a:scrgbClr r="0" g="0" b="0"/>
                </a:effectRef>
                <a:fontRef idx="none"/>
              </p:style>
              <p:txBody>
                <a:bodyPr rot="0" spcFirstLastPara="0" vert="horz" wrap="square" lIns="28575" tIns="0" rIns="0" bIns="0" spcCol="0" rtlCol="0" anchor="ctr" forceAA="0" compatLnSpc="1">
                  <a:prstTxWarp prst="textNoShape">
                    <a:avLst/>
                  </a:prstTxWarp>
                  <a:normAutofit/>
                </a:bodyPr>
                <a:lstStyle/>
                <a:p>
                  <a:pPr algn="ctr" rtl="0"/>
                  <a:r>
                    <a:rPr lang="en-US" sz="1200" i="0" dirty="0">
                      <a:solidFill>
                        <a:srgbClr val="444444"/>
                      </a:solidFill>
                      <a:latin typeface="Segoe UI"/>
                    </a:rPr>
                    <a:t>✔Install New Routers</a:t>
                  </a:r>
                  <a:br>
                    <a:rPr dirty="0"/>
                  </a:br>
                  <a:r>
                    <a:rPr lang="en-US" sz="1200" i="0" dirty="0">
                      <a:solidFill>
                        <a:srgbClr val="444444"/>
                      </a:solidFill>
                      <a:latin typeface="Segoe UI"/>
                    </a:rPr>
                    <a:t>2/23/21 - 3/5/21</a:t>
                  </a:r>
                </a:p>
              </p:txBody>
            </p:sp>
          </p:grpSp>
        </p:grpSp>
        <p:cxnSp>
          <p:nvCxnSpPr>
            <p:cNvPr id="377" name="ConnectingLine25">
              <a:extLst>
                <a:ext uri="{FF2B5EF4-FFF2-40B4-BE49-F238E27FC236}">
                  <a16:creationId xmlns:a16="http://schemas.microsoft.com/office/drawing/2014/main" id="{A7D40FD8-2650-4A7A-B6DD-9650EA6076C7}"/>
                </a:ext>
              </a:extLst>
            </p:cNvPr>
            <p:cNvCxnSpPr>
              <a:cxnSpLocks/>
            </p:cNvCxnSpPr>
            <p:nvPr/>
          </p:nvCxnSpPr>
          <p:spPr>
            <a:xfrm>
              <a:off x="6683473" y="1527294"/>
              <a:ext cx="0" cy="206951"/>
            </a:xfrm>
            <a:prstGeom prst="line">
              <a:avLst/>
            </a:prstGeom>
            <a:noFill/>
            <a:ln w="12700">
              <a:solidFill>
                <a:schemeClr val="tx1"/>
              </a:solidFill>
            </a:ln>
            <a:effectLst/>
          </p:spPr>
        </p:cxnSp>
      </p:grpSp>
      <p:pic>
        <p:nvPicPr>
          <p:cNvPr id="382" name="Schedule">
            <a:hlinkClick r:id="" action="ppaction://media"/>
            <a:extLst>
              <a:ext uri="{FF2B5EF4-FFF2-40B4-BE49-F238E27FC236}">
                <a16:creationId xmlns:a16="http://schemas.microsoft.com/office/drawing/2014/main" id="{7EF92313-4F37-4AEF-8EF8-691A632791A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776302" y="5507657"/>
            <a:ext cx="609600" cy="609600"/>
          </a:xfrm>
          <a:prstGeom prst="rect">
            <a:avLst/>
          </a:prstGeom>
        </p:spPr>
      </p:pic>
    </p:spTree>
    <p:extLst>
      <p:ext uri="{BB962C8B-B14F-4D97-AF65-F5344CB8AC3E}">
        <p14:creationId xmlns:p14="http://schemas.microsoft.com/office/powerpoint/2010/main" val="298278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3980" fill="hold"/>
                                        <p:tgtEl>
                                          <p:spTgt spid="38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8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3" name="Group 62">
            <a:extLst>
              <a:ext uri="{FF2B5EF4-FFF2-40B4-BE49-F238E27FC236}">
                <a16:creationId xmlns:a16="http://schemas.microsoft.com/office/drawing/2014/main" id="{E0BF35CA-8AA0-428F-ABED-5B77A6C39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64" name="Straight Connector 63">
              <a:extLst>
                <a:ext uri="{FF2B5EF4-FFF2-40B4-BE49-F238E27FC236}">
                  <a16:creationId xmlns:a16="http://schemas.microsoft.com/office/drawing/2014/main" id="{FA4A156A-791B-4BD9-8452-A798A15D22C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27652CB1-59D3-4DAB-AD45-8DFB738958E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66" name="Rectangle 23">
              <a:extLst>
                <a:ext uri="{FF2B5EF4-FFF2-40B4-BE49-F238E27FC236}">
                  <a16:creationId xmlns:a16="http://schemas.microsoft.com/office/drawing/2014/main" id="{83539C1B-883E-4130-95FA-2A6FD3E49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7" name="Rectangle 25">
              <a:extLst>
                <a:ext uri="{FF2B5EF4-FFF2-40B4-BE49-F238E27FC236}">
                  <a16:creationId xmlns:a16="http://schemas.microsoft.com/office/drawing/2014/main" id="{244CEE5F-144C-437F-9472-22EE3E3D1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8" name="Isosceles Triangle 67">
              <a:extLst>
                <a:ext uri="{FF2B5EF4-FFF2-40B4-BE49-F238E27FC236}">
                  <a16:creationId xmlns:a16="http://schemas.microsoft.com/office/drawing/2014/main" id="{0621BB31-AA71-4E9B-8854-3C62F162FE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69" name="Rectangle 27">
              <a:extLst>
                <a:ext uri="{FF2B5EF4-FFF2-40B4-BE49-F238E27FC236}">
                  <a16:creationId xmlns:a16="http://schemas.microsoft.com/office/drawing/2014/main" id="{5336141D-E3C6-4E7B-8923-B31C3E16F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0" name="Rectangle 28">
              <a:extLst>
                <a:ext uri="{FF2B5EF4-FFF2-40B4-BE49-F238E27FC236}">
                  <a16:creationId xmlns:a16="http://schemas.microsoft.com/office/drawing/2014/main" id="{F113BE6F-9D13-4E70-B7AB-C8CC2546A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1" name="Rectangle 29">
              <a:extLst>
                <a:ext uri="{FF2B5EF4-FFF2-40B4-BE49-F238E27FC236}">
                  <a16:creationId xmlns:a16="http://schemas.microsoft.com/office/drawing/2014/main" id="{FBEB82C3-C636-4A90-B9A5-905EC38E0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72" name="Isosceles Triangle 71">
              <a:extLst>
                <a:ext uri="{FF2B5EF4-FFF2-40B4-BE49-F238E27FC236}">
                  <a16:creationId xmlns:a16="http://schemas.microsoft.com/office/drawing/2014/main" id="{646B4C4A-5A81-43CF-93ED-5FA59D5BE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3" name="Isosceles Triangle 72">
              <a:extLst>
                <a:ext uri="{FF2B5EF4-FFF2-40B4-BE49-F238E27FC236}">
                  <a16:creationId xmlns:a16="http://schemas.microsoft.com/office/drawing/2014/main" id="{C3715C1A-EBA1-41A6-AC20-D6A7C4871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FCB1AF09-6896-4155-9248-78EFC88A00B8}"/>
              </a:ext>
            </a:extLst>
          </p:cNvPr>
          <p:cNvSpPr>
            <a:spLocks noGrp="1"/>
          </p:cNvSpPr>
          <p:nvPr>
            <p:ph type="title"/>
          </p:nvPr>
        </p:nvSpPr>
        <p:spPr>
          <a:xfrm>
            <a:off x="6094855" y="1261331"/>
            <a:ext cx="3497565" cy="3002662"/>
          </a:xfrm>
        </p:spPr>
        <p:txBody>
          <a:bodyPr vert="horz" lIns="91440" tIns="45720" rIns="91440" bIns="45720" rtlCol="0" anchor="b">
            <a:normAutofit/>
          </a:bodyPr>
          <a:lstStyle/>
          <a:p>
            <a:r>
              <a:rPr lang="en-US" sz="4400"/>
              <a:t>Material Expenses</a:t>
            </a:r>
          </a:p>
        </p:txBody>
      </p:sp>
      <p:sp>
        <p:nvSpPr>
          <p:cNvPr id="75" name="Isosceles Triangle 74">
            <a:extLst>
              <a:ext uri="{FF2B5EF4-FFF2-40B4-BE49-F238E27FC236}">
                <a16:creationId xmlns:a16="http://schemas.microsoft.com/office/drawing/2014/main" id="{643561E9-1291-4440-A6DF-5F15C8890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Table 4">
            <a:extLst>
              <a:ext uri="{FF2B5EF4-FFF2-40B4-BE49-F238E27FC236}">
                <a16:creationId xmlns:a16="http://schemas.microsoft.com/office/drawing/2014/main" id="{35986290-8D3F-4778-A8FB-7134B6FF36AB}"/>
              </a:ext>
            </a:extLst>
          </p:cNvPr>
          <p:cNvGraphicFramePr>
            <a:graphicFrameLocks noGrp="1"/>
          </p:cNvGraphicFramePr>
          <p:nvPr>
            <p:extLst>
              <p:ext uri="{D42A27DB-BD31-4B8C-83A1-F6EECF244321}">
                <p14:modId xmlns:p14="http://schemas.microsoft.com/office/powerpoint/2010/main" val="1450944241"/>
              </p:ext>
            </p:extLst>
          </p:nvPr>
        </p:nvGraphicFramePr>
        <p:xfrm>
          <a:off x="974934" y="1261330"/>
          <a:ext cx="4714693" cy="4335342"/>
        </p:xfrm>
        <a:graphic>
          <a:graphicData uri="http://schemas.openxmlformats.org/drawingml/2006/table">
            <a:tbl>
              <a:tblPr firstRow="1" bandRow="1">
                <a:tableStyleId>{3B4B98B0-60AC-42C2-AFA5-B58CD77FA1E5}</a:tableStyleId>
                <a:extLst>
                  <a:ext uri="{22025989-CF43-496F-970E-345718F48C19}">
                    <pj15:dataQuery xmlns:pj15="http://schemas.microsoft.com/projectml/2012/main" type="pjResources" grouping="No Group" filter="Resources - Material" outlineLvl="-1" showHierarchy="0" summaryResourceAssignment="1">
                      <pj15:fieldItemLst>
                        <pj15:fieldItem field="205520908" customName=""/>
                        <pj15:fieldItem field="205520897" customName=""/>
                        <pj15:fieldItem field="205520910" customName=""/>
                      </pj15:fieldItemLst>
                      <pj15:sortItemLst/>
                      <pj15:filterArgumentItemLst/>
                    </pj15:dataQuery>
                  </a:ext>
                </a:extLst>
              </a:tblPr>
              <a:tblGrid>
                <a:gridCol w="1723235">
                  <a:extLst>
                    <a:ext uri="{9D8B030D-6E8A-4147-A177-3AD203B41FA5}">
                      <a16:colId xmlns:a16="http://schemas.microsoft.com/office/drawing/2014/main" val="2328479557"/>
                    </a:ext>
                  </a:extLst>
                </a:gridCol>
                <a:gridCol w="1712946">
                  <a:extLst>
                    <a:ext uri="{9D8B030D-6E8A-4147-A177-3AD203B41FA5}">
                      <a16:colId xmlns:a16="http://schemas.microsoft.com/office/drawing/2014/main" val="1576618940"/>
                    </a:ext>
                  </a:extLst>
                </a:gridCol>
                <a:gridCol w="1278512">
                  <a:extLst>
                    <a:ext uri="{9D8B030D-6E8A-4147-A177-3AD203B41FA5}">
                      <a16:colId xmlns:a16="http://schemas.microsoft.com/office/drawing/2014/main" val="1986224089"/>
                    </a:ext>
                  </a:extLst>
                </a:gridCol>
              </a:tblGrid>
              <a:tr h="710412">
                <a:tc>
                  <a:txBody>
                    <a:bodyPr/>
                    <a:lstStyle/>
                    <a:p>
                      <a:r>
                        <a:rPr lang="en-US" sz="2200">
                          <a:solidFill>
                            <a:schemeClr val="tx1">
                              <a:lumMod val="75000"/>
                              <a:lumOff val="25000"/>
                            </a:schemeClr>
                          </a:solidFill>
                        </a:rPr>
                        <a:t>Cost</a:t>
                      </a:r>
                    </a:p>
                  </a:txBody>
                  <a:tcPr marL="277903" marR="166741" marT="166741" marB="166741"/>
                </a:tc>
                <a:tc>
                  <a:txBody>
                    <a:bodyPr/>
                    <a:lstStyle/>
                    <a:p>
                      <a:r>
                        <a:rPr lang="en-US" sz="2200" dirty="0">
                          <a:solidFill>
                            <a:schemeClr val="tx1">
                              <a:lumMod val="75000"/>
                              <a:lumOff val="25000"/>
                            </a:schemeClr>
                          </a:solidFill>
                        </a:rPr>
                        <a:t>Material</a:t>
                      </a:r>
                    </a:p>
                  </a:txBody>
                  <a:tcPr marL="277903" marR="166741" marT="166741" marB="166741"/>
                </a:tc>
                <a:tc>
                  <a:txBody>
                    <a:bodyPr/>
                    <a:lstStyle/>
                    <a:p>
                      <a:r>
                        <a:rPr lang="en-US" sz="2200">
                          <a:solidFill>
                            <a:schemeClr val="tx1">
                              <a:lumMod val="75000"/>
                              <a:lumOff val="25000"/>
                            </a:schemeClr>
                          </a:solidFill>
                        </a:rPr>
                        <a:t>Units</a:t>
                      </a:r>
                    </a:p>
                  </a:txBody>
                  <a:tcPr marL="277903" marR="166741" marT="166741" marB="166741"/>
                </a:tc>
                <a:extLst>
                  <a:ext uri="{0D108BD9-81ED-4DB2-BD59-A6C34878D82A}">
                    <a16:rowId xmlns:a16="http://schemas.microsoft.com/office/drawing/2014/main" val="2600173088"/>
                  </a:ext>
                </a:extLst>
              </a:tr>
              <a:tr h="604155">
                <a:tc>
                  <a:txBody>
                    <a:bodyPr/>
                    <a:lstStyle/>
                    <a:p>
                      <a:r>
                        <a:rPr lang="en-US" sz="1800">
                          <a:solidFill>
                            <a:schemeClr val="tx1">
                              <a:lumMod val="75000"/>
                              <a:lumOff val="25000"/>
                            </a:schemeClr>
                          </a:solidFill>
                        </a:rPr>
                        <a:t>$14,000.00</a:t>
                      </a:r>
                    </a:p>
                  </a:txBody>
                  <a:tcPr marL="277903" marR="144508" marT="144508" marB="144508"/>
                </a:tc>
                <a:tc>
                  <a:txBody>
                    <a:bodyPr/>
                    <a:lstStyle/>
                    <a:p>
                      <a:r>
                        <a:rPr lang="en-US" sz="1800">
                          <a:solidFill>
                            <a:schemeClr val="tx1">
                              <a:lumMod val="75000"/>
                              <a:lumOff val="25000"/>
                            </a:schemeClr>
                          </a:solidFill>
                        </a:rPr>
                        <a:t>Web Cams</a:t>
                      </a:r>
                    </a:p>
                  </a:txBody>
                  <a:tcPr marL="277903" marR="144508" marT="144508" marB="144508"/>
                </a:tc>
                <a:tc>
                  <a:txBody>
                    <a:bodyPr/>
                    <a:lstStyle/>
                    <a:p>
                      <a:r>
                        <a:rPr lang="en-US" sz="1800">
                          <a:solidFill>
                            <a:schemeClr val="tx1">
                              <a:lumMod val="75000"/>
                              <a:lumOff val="25000"/>
                            </a:schemeClr>
                          </a:solidFill>
                        </a:rPr>
                        <a:t>200</a:t>
                      </a:r>
                    </a:p>
                  </a:txBody>
                  <a:tcPr marL="277903" marR="144508" marT="144508" marB="144508"/>
                </a:tc>
                <a:extLst>
                  <a:ext uri="{0D108BD9-81ED-4DB2-BD59-A6C34878D82A}">
                    <a16:rowId xmlns:a16="http://schemas.microsoft.com/office/drawing/2014/main" val="3800926040"/>
                  </a:ext>
                </a:extLst>
              </a:tr>
              <a:tr h="604155">
                <a:tc>
                  <a:txBody>
                    <a:bodyPr/>
                    <a:lstStyle/>
                    <a:p>
                      <a:r>
                        <a:rPr lang="en-US" sz="1800">
                          <a:solidFill>
                            <a:schemeClr val="tx1">
                              <a:lumMod val="75000"/>
                              <a:lumOff val="25000"/>
                            </a:schemeClr>
                          </a:solidFill>
                        </a:rPr>
                        <a:t>$8,040.00</a:t>
                      </a:r>
                    </a:p>
                  </a:txBody>
                  <a:tcPr marL="277903" marR="144508" marT="144508" marB="144508"/>
                </a:tc>
                <a:tc>
                  <a:txBody>
                    <a:bodyPr/>
                    <a:lstStyle/>
                    <a:p>
                      <a:r>
                        <a:rPr lang="en-US" sz="1800">
                          <a:solidFill>
                            <a:schemeClr val="tx1">
                              <a:lumMod val="75000"/>
                              <a:lumOff val="25000"/>
                            </a:schemeClr>
                          </a:solidFill>
                        </a:rPr>
                        <a:t>VPN</a:t>
                      </a:r>
                    </a:p>
                  </a:txBody>
                  <a:tcPr marL="277903" marR="144508" marT="144508" marB="144508"/>
                </a:tc>
                <a:tc>
                  <a:txBody>
                    <a:bodyPr/>
                    <a:lstStyle/>
                    <a:p>
                      <a:r>
                        <a:rPr lang="en-US" sz="1800">
                          <a:solidFill>
                            <a:schemeClr val="tx1">
                              <a:lumMod val="75000"/>
                              <a:lumOff val="25000"/>
                            </a:schemeClr>
                          </a:solidFill>
                        </a:rPr>
                        <a:t>200</a:t>
                      </a:r>
                    </a:p>
                  </a:txBody>
                  <a:tcPr marL="277903" marR="144508" marT="144508" marB="144508"/>
                </a:tc>
                <a:extLst>
                  <a:ext uri="{0D108BD9-81ED-4DB2-BD59-A6C34878D82A}">
                    <a16:rowId xmlns:a16="http://schemas.microsoft.com/office/drawing/2014/main" val="4240190169"/>
                  </a:ext>
                </a:extLst>
              </a:tr>
              <a:tr h="604155">
                <a:tc>
                  <a:txBody>
                    <a:bodyPr/>
                    <a:lstStyle/>
                    <a:p>
                      <a:r>
                        <a:rPr lang="en-US" sz="1800">
                          <a:solidFill>
                            <a:schemeClr val="tx1">
                              <a:lumMod val="75000"/>
                              <a:lumOff val="25000"/>
                            </a:schemeClr>
                          </a:solidFill>
                        </a:rPr>
                        <a:t>$9,600.00</a:t>
                      </a:r>
                    </a:p>
                  </a:txBody>
                  <a:tcPr marL="277903" marR="144508" marT="144508" marB="144508"/>
                </a:tc>
                <a:tc>
                  <a:txBody>
                    <a:bodyPr/>
                    <a:lstStyle/>
                    <a:p>
                      <a:r>
                        <a:rPr lang="en-US" sz="1800">
                          <a:solidFill>
                            <a:schemeClr val="tx1">
                              <a:lumMod val="75000"/>
                              <a:lumOff val="25000"/>
                            </a:schemeClr>
                          </a:solidFill>
                        </a:rPr>
                        <a:t>MDM</a:t>
                      </a:r>
                    </a:p>
                  </a:txBody>
                  <a:tcPr marL="277903" marR="144508" marT="144508" marB="144508"/>
                </a:tc>
                <a:tc>
                  <a:txBody>
                    <a:bodyPr/>
                    <a:lstStyle/>
                    <a:p>
                      <a:r>
                        <a:rPr lang="en-US" sz="1800">
                          <a:solidFill>
                            <a:schemeClr val="tx1">
                              <a:lumMod val="75000"/>
                              <a:lumOff val="25000"/>
                            </a:schemeClr>
                          </a:solidFill>
                        </a:rPr>
                        <a:t>200</a:t>
                      </a:r>
                    </a:p>
                  </a:txBody>
                  <a:tcPr marL="277903" marR="144508" marT="144508" marB="144508"/>
                </a:tc>
                <a:extLst>
                  <a:ext uri="{0D108BD9-81ED-4DB2-BD59-A6C34878D82A}">
                    <a16:rowId xmlns:a16="http://schemas.microsoft.com/office/drawing/2014/main" val="1844096107"/>
                  </a:ext>
                </a:extLst>
              </a:tr>
              <a:tr h="604155">
                <a:tc>
                  <a:txBody>
                    <a:bodyPr/>
                    <a:lstStyle/>
                    <a:p>
                      <a:r>
                        <a:rPr lang="en-US" sz="1800">
                          <a:solidFill>
                            <a:schemeClr val="tx1">
                              <a:lumMod val="75000"/>
                              <a:lumOff val="25000"/>
                            </a:schemeClr>
                          </a:solidFill>
                        </a:rPr>
                        <a:t>$6,407.00</a:t>
                      </a:r>
                    </a:p>
                  </a:txBody>
                  <a:tcPr marL="277903" marR="144508" marT="144508" marB="144508"/>
                </a:tc>
                <a:tc>
                  <a:txBody>
                    <a:bodyPr/>
                    <a:lstStyle/>
                    <a:p>
                      <a:r>
                        <a:rPr lang="en-US" sz="1800">
                          <a:solidFill>
                            <a:schemeClr val="tx1">
                              <a:lumMod val="75000"/>
                              <a:lumOff val="25000"/>
                            </a:schemeClr>
                          </a:solidFill>
                        </a:rPr>
                        <a:t>Routers</a:t>
                      </a:r>
                    </a:p>
                  </a:txBody>
                  <a:tcPr marL="277903" marR="144508" marT="144508" marB="144508"/>
                </a:tc>
                <a:tc>
                  <a:txBody>
                    <a:bodyPr/>
                    <a:lstStyle/>
                    <a:p>
                      <a:r>
                        <a:rPr lang="en-US" sz="1800">
                          <a:solidFill>
                            <a:schemeClr val="tx1">
                              <a:lumMod val="75000"/>
                              <a:lumOff val="25000"/>
                            </a:schemeClr>
                          </a:solidFill>
                        </a:rPr>
                        <a:t>43</a:t>
                      </a:r>
                    </a:p>
                  </a:txBody>
                  <a:tcPr marL="277903" marR="144508" marT="144508" marB="144508"/>
                </a:tc>
                <a:extLst>
                  <a:ext uri="{0D108BD9-81ED-4DB2-BD59-A6C34878D82A}">
                    <a16:rowId xmlns:a16="http://schemas.microsoft.com/office/drawing/2014/main" val="2477248038"/>
                  </a:ext>
                </a:extLst>
              </a:tr>
              <a:tr h="604155">
                <a:tc>
                  <a:txBody>
                    <a:bodyPr/>
                    <a:lstStyle/>
                    <a:p>
                      <a:r>
                        <a:rPr lang="en-US" sz="1800" dirty="0">
                          <a:solidFill>
                            <a:schemeClr val="tx1">
                              <a:lumMod val="75000"/>
                              <a:lumOff val="25000"/>
                            </a:schemeClr>
                          </a:solidFill>
                        </a:rPr>
                        <a:t>$1,995.00</a:t>
                      </a:r>
                    </a:p>
                  </a:txBody>
                  <a:tcPr marL="277903" marR="144508" marT="144508" marB="144508"/>
                </a:tc>
                <a:tc>
                  <a:txBody>
                    <a:bodyPr/>
                    <a:lstStyle/>
                    <a:p>
                      <a:r>
                        <a:rPr lang="en-US" sz="1800" dirty="0">
                          <a:solidFill>
                            <a:schemeClr val="tx1">
                              <a:lumMod val="75000"/>
                              <a:lumOff val="25000"/>
                            </a:schemeClr>
                          </a:solidFill>
                        </a:rPr>
                        <a:t>Cat6</a:t>
                      </a:r>
                    </a:p>
                  </a:txBody>
                  <a:tcPr marL="277903" marR="144508" marT="144508" marB="144508"/>
                </a:tc>
                <a:tc>
                  <a:txBody>
                    <a:bodyPr/>
                    <a:lstStyle/>
                    <a:p>
                      <a:r>
                        <a:rPr lang="en-US" sz="1800">
                          <a:solidFill>
                            <a:schemeClr val="tx1">
                              <a:lumMod val="75000"/>
                              <a:lumOff val="25000"/>
                            </a:schemeClr>
                          </a:solidFill>
                        </a:rPr>
                        <a:t>60</a:t>
                      </a:r>
                    </a:p>
                  </a:txBody>
                  <a:tcPr marL="277903" marR="144508" marT="144508" marB="144508"/>
                </a:tc>
                <a:extLst>
                  <a:ext uri="{0D108BD9-81ED-4DB2-BD59-A6C34878D82A}">
                    <a16:rowId xmlns:a16="http://schemas.microsoft.com/office/drawing/2014/main" val="3253914313"/>
                  </a:ext>
                </a:extLst>
              </a:tr>
              <a:tr h="604155">
                <a:tc>
                  <a:txBody>
                    <a:bodyPr/>
                    <a:lstStyle/>
                    <a:p>
                      <a:r>
                        <a:rPr lang="en-US" sz="1800">
                          <a:solidFill>
                            <a:schemeClr val="tx1">
                              <a:lumMod val="75000"/>
                              <a:lumOff val="25000"/>
                            </a:schemeClr>
                          </a:solidFill>
                        </a:rPr>
                        <a:t>$1,300.00</a:t>
                      </a:r>
                    </a:p>
                  </a:txBody>
                  <a:tcPr marL="277903" marR="144508" marT="144508" marB="144508"/>
                </a:tc>
                <a:tc>
                  <a:txBody>
                    <a:bodyPr/>
                    <a:lstStyle/>
                    <a:p>
                      <a:r>
                        <a:rPr lang="en-US" sz="1800">
                          <a:solidFill>
                            <a:schemeClr val="tx1">
                              <a:lumMod val="75000"/>
                              <a:lumOff val="25000"/>
                            </a:schemeClr>
                          </a:solidFill>
                        </a:rPr>
                        <a:t>Hotspots</a:t>
                      </a:r>
                    </a:p>
                  </a:txBody>
                  <a:tcPr marL="277903" marR="144508" marT="144508" marB="144508"/>
                </a:tc>
                <a:tc>
                  <a:txBody>
                    <a:bodyPr/>
                    <a:lstStyle/>
                    <a:p>
                      <a:r>
                        <a:rPr lang="en-US" sz="1800" dirty="0">
                          <a:solidFill>
                            <a:schemeClr val="tx1">
                              <a:lumMod val="75000"/>
                              <a:lumOff val="25000"/>
                            </a:schemeClr>
                          </a:solidFill>
                        </a:rPr>
                        <a:t>20</a:t>
                      </a:r>
                    </a:p>
                  </a:txBody>
                  <a:tcPr marL="277903" marR="144508" marT="144508" marB="144508"/>
                </a:tc>
                <a:extLst>
                  <a:ext uri="{0D108BD9-81ED-4DB2-BD59-A6C34878D82A}">
                    <a16:rowId xmlns:a16="http://schemas.microsoft.com/office/drawing/2014/main" val="3654532633"/>
                  </a:ext>
                </a:extLst>
              </a:tr>
            </a:tbl>
          </a:graphicData>
        </a:graphic>
      </p:graphicFrame>
      <p:pic>
        <p:nvPicPr>
          <p:cNvPr id="3" name="Material Expenses">
            <a:hlinkClick r:id="" action="ppaction://media"/>
            <a:extLst>
              <a:ext uri="{FF2B5EF4-FFF2-40B4-BE49-F238E27FC236}">
                <a16:creationId xmlns:a16="http://schemas.microsoft.com/office/drawing/2014/main" id="{1A433CEB-5306-4345-A50B-E6C6D4EE63F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999382" y="4592606"/>
            <a:ext cx="609600" cy="609600"/>
          </a:xfrm>
          <a:prstGeom prst="rect">
            <a:avLst/>
          </a:prstGeom>
        </p:spPr>
      </p:pic>
    </p:spTree>
    <p:extLst>
      <p:ext uri="{BB962C8B-B14F-4D97-AF65-F5344CB8AC3E}">
        <p14:creationId xmlns:p14="http://schemas.microsoft.com/office/powerpoint/2010/main" val="2169569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552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7" name="Group 106">
            <a:extLst>
              <a:ext uri="{FF2B5EF4-FFF2-40B4-BE49-F238E27FC236}">
                <a16:creationId xmlns:a16="http://schemas.microsoft.com/office/drawing/2014/main" id="{E0BF35CA-8AA0-428F-ABED-5B77A6C391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8" name="Straight Connector 107">
              <a:extLst>
                <a:ext uri="{FF2B5EF4-FFF2-40B4-BE49-F238E27FC236}">
                  <a16:creationId xmlns:a16="http://schemas.microsoft.com/office/drawing/2014/main" id="{FA4A156A-791B-4BD9-8452-A798A15D22C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109" name="Straight Connector 108">
              <a:extLst>
                <a:ext uri="{FF2B5EF4-FFF2-40B4-BE49-F238E27FC236}">
                  <a16:creationId xmlns:a16="http://schemas.microsoft.com/office/drawing/2014/main" id="{27652CB1-59D3-4DAB-AD45-8DFB738958E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110" name="Rectangle 23">
              <a:extLst>
                <a:ext uri="{FF2B5EF4-FFF2-40B4-BE49-F238E27FC236}">
                  <a16:creationId xmlns:a16="http://schemas.microsoft.com/office/drawing/2014/main" id="{83539C1B-883E-4130-95FA-2A6FD3E49A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1" name="Rectangle 25">
              <a:extLst>
                <a:ext uri="{FF2B5EF4-FFF2-40B4-BE49-F238E27FC236}">
                  <a16:creationId xmlns:a16="http://schemas.microsoft.com/office/drawing/2014/main" id="{244CEE5F-144C-437F-9472-22EE3E3D1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2" name="Isosceles Triangle 111">
              <a:extLst>
                <a:ext uri="{FF2B5EF4-FFF2-40B4-BE49-F238E27FC236}">
                  <a16:creationId xmlns:a16="http://schemas.microsoft.com/office/drawing/2014/main" id="{0621BB31-AA71-4E9B-8854-3C62F162FE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3" name="Rectangle 27">
              <a:extLst>
                <a:ext uri="{FF2B5EF4-FFF2-40B4-BE49-F238E27FC236}">
                  <a16:creationId xmlns:a16="http://schemas.microsoft.com/office/drawing/2014/main" id="{5336141D-E3C6-4E7B-8923-B31C3E16F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4" name="Rectangle 28">
              <a:extLst>
                <a:ext uri="{FF2B5EF4-FFF2-40B4-BE49-F238E27FC236}">
                  <a16:creationId xmlns:a16="http://schemas.microsoft.com/office/drawing/2014/main" id="{F113BE6F-9D13-4E70-B7AB-C8CC2546A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5" name="Rectangle 29">
              <a:extLst>
                <a:ext uri="{FF2B5EF4-FFF2-40B4-BE49-F238E27FC236}">
                  <a16:creationId xmlns:a16="http://schemas.microsoft.com/office/drawing/2014/main" id="{FBEB82C3-C636-4A90-B9A5-905EC38E01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6" name="Isosceles Triangle 115">
              <a:extLst>
                <a:ext uri="{FF2B5EF4-FFF2-40B4-BE49-F238E27FC236}">
                  <a16:creationId xmlns:a16="http://schemas.microsoft.com/office/drawing/2014/main" id="{646B4C4A-5A81-43CF-93ED-5FA59D5BE7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7" name="Isosceles Triangle 116">
              <a:extLst>
                <a:ext uri="{FF2B5EF4-FFF2-40B4-BE49-F238E27FC236}">
                  <a16:creationId xmlns:a16="http://schemas.microsoft.com/office/drawing/2014/main" id="{C3715C1A-EBA1-41A6-AC20-D6A7C4871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24FC04E7-1A7B-4AAA-9EE3-B258F805AA3E}"/>
              </a:ext>
            </a:extLst>
          </p:cNvPr>
          <p:cNvSpPr>
            <a:spLocks noGrp="1"/>
          </p:cNvSpPr>
          <p:nvPr>
            <p:ph type="title"/>
          </p:nvPr>
        </p:nvSpPr>
        <p:spPr>
          <a:xfrm>
            <a:off x="6094855" y="1261331"/>
            <a:ext cx="3497565" cy="3002662"/>
          </a:xfrm>
        </p:spPr>
        <p:txBody>
          <a:bodyPr vert="horz" lIns="91440" tIns="45720" rIns="91440" bIns="45720" rtlCol="0" anchor="b">
            <a:normAutofit/>
          </a:bodyPr>
          <a:lstStyle/>
          <a:p>
            <a:r>
              <a:rPr lang="en-US" sz="4400"/>
              <a:t>Labor Expenses</a:t>
            </a:r>
          </a:p>
        </p:txBody>
      </p:sp>
      <p:sp>
        <p:nvSpPr>
          <p:cNvPr id="119" name="Isosceles Triangle 118">
            <a:extLst>
              <a:ext uri="{FF2B5EF4-FFF2-40B4-BE49-F238E27FC236}">
                <a16:creationId xmlns:a16="http://schemas.microsoft.com/office/drawing/2014/main" id="{643561E9-1291-4440-A6DF-5F15C8890C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4" name="Table 3">
            <a:extLst>
              <a:ext uri="{FF2B5EF4-FFF2-40B4-BE49-F238E27FC236}">
                <a16:creationId xmlns:a16="http://schemas.microsoft.com/office/drawing/2014/main" id="{2B7A492A-2204-4B23-AA78-0A5676BF3375}"/>
              </a:ext>
            </a:extLst>
          </p:cNvPr>
          <p:cNvGraphicFramePr>
            <a:graphicFrameLocks noGrp="1"/>
          </p:cNvGraphicFramePr>
          <p:nvPr>
            <p:extLst>
              <p:ext uri="{D42A27DB-BD31-4B8C-83A1-F6EECF244321}">
                <p14:modId xmlns:p14="http://schemas.microsoft.com/office/powerpoint/2010/main" val="339286940"/>
              </p:ext>
            </p:extLst>
          </p:nvPr>
        </p:nvGraphicFramePr>
        <p:xfrm>
          <a:off x="888603" y="1331921"/>
          <a:ext cx="4887355" cy="4194160"/>
        </p:xfrm>
        <a:graphic>
          <a:graphicData uri="http://schemas.openxmlformats.org/drawingml/2006/table">
            <a:tbl>
              <a:tblPr firstRow="1" bandRow="1">
                <a:tableStyleId>{3B4B98B0-60AC-42C2-AFA5-B58CD77FA1E5}</a:tableStyleId>
                <a:extLst>
                  <a:ext uri="{22025989-CF43-496F-970E-345718F48C19}">
                    <pj15:dataQuery xmlns:pj15="http://schemas.microsoft.com/projectml/2012/main" type="pjResources" grouping="No Group" filter="Resources - Work" outlineLvl="-1" showHierarchy="0" summaryResourceAssignment="1">
                      <pj15:fieldItemLst>
                        <pj15:fieldItem field="205520908" customName=""/>
                        <pj15:fieldItem field="205520897" customName=""/>
                        <pj15:fieldItem field="205520910" customName=""/>
                      </pj15:fieldItemLst>
                      <pj15:sortItemLst/>
                      <pj15:filterArgumentItemLst/>
                    </pj15:dataQuery>
                  </a:ext>
                </a:extLst>
              </a:tblPr>
              <a:tblGrid>
                <a:gridCol w="1308092">
                  <a:extLst>
                    <a:ext uri="{9D8B030D-6E8A-4147-A177-3AD203B41FA5}">
                      <a16:colId xmlns:a16="http://schemas.microsoft.com/office/drawing/2014/main" val="2221648403"/>
                    </a:ext>
                  </a:extLst>
                </a:gridCol>
                <a:gridCol w="2269326">
                  <a:extLst>
                    <a:ext uri="{9D8B030D-6E8A-4147-A177-3AD203B41FA5}">
                      <a16:colId xmlns:a16="http://schemas.microsoft.com/office/drawing/2014/main" val="1926270931"/>
                    </a:ext>
                  </a:extLst>
                </a:gridCol>
                <a:gridCol w="1309937">
                  <a:extLst>
                    <a:ext uri="{9D8B030D-6E8A-4147-A177-3AD203B41FA5}">
                      <a16:colId xmlns:a16="http://schemas.microsoft.com/office/drawing/2014/main" val="3358975587"/>
                    </a:ext>
                  </a:extLst>
                </a:gridCol>
              </a:tblGrid>
              <a:tr h="644710">
                <a:tc>
                  <a:txBody>
                    <a:bodyPr/>
                    <a:lstStyle/>
                    <a:p>
                      <a:r>
                        <a:rPr lang="en-US" sz="1900" cap="all" spc="150" dirty="0"/>
                        <a:t>Cost</a:t>
                      </a:r>
                      <a:endParaRPr lang="en-US" sz="1900" b="0" cap="all" spc="150" dirty="0">
                        <a:solidFill>
                          <a:schemeClr val="lt1"/>
                        </a:solidFill>
                      </a:endParaRPr>
                    </a:p>
                  </a:txBody>
                  <a:tcPr marL="159406" marR="159406" marT="159406" marB="159406" anchor="ctr"/>
                </a:tc>
                <a:tc>
                  <a:txBody>
                    <a:bodyPr/>
                    <a:lstStyle/>
                    <a:p>
                      <a:r>
                        <a:rPr lang="en-US" sz="1900" cap="all" spc="150" dirty="0"/>
                        <a:t>Name</a:t>
                      </a:r>
                      <a:endParaRPr lang="en-US" sz="1900" b="0" cap="all" spc="150" dirty="0">
                        <a:solidFill>
                          <a:schemeClr val="lt1"/>
                        </a:solidFill>
                      </a:endParaRPr>
                    </a:p>
                  </a:txBody>
                  <a:tcPr marL="159406" marR="159406" marT="159406" marB="159406" anchor="ctr"/>
                </a:tc>
                <a:tc>
                  <a:txBody>
                    <a:bodyPr/>
                    <a:lstStyle/>
                    <a:p>
                      <a:r>
                        <a:rPr lang="en-US" sz="1900" cap="all" spc="150"/>
                        <a:t>Work</a:t>
                      </a:r>
                      <a:endParaRPr lang="en-US" sz="1900" b="0" cap="all" spc="150">
                        <a:solidFill>
                          <a:schemeClr val="lt1"/>
                        </a:solidFill>
                      </a:endParaRPr>
                    </a:p>
                  </a:txBody>
                  <a:tcPr marL="159406" marR="159406" marT="159406" marB="159406" anchor="ctr"/>
                </a:tc>
                <a:extLst>
                  <a:ext uri="{0D108BD9-81ED-4DB2-BD59-A6C34878D82A}">
                    <a16:rowId xmlns:a16="http://schemas.microsoft.com/office/drawing/2014/main" val="2018845364"/>
                  </a:ext>
                </a:extLst>
              </a:tr>
              <a:tr h="591575">
                <a:tc>
                  <a:txBody>
                    <a:bodyPr/>
                    <a:lstStyle/>
                    <a:p>
                      <a:r>
                        <a:rPr lang="en-US" sz="1500" cap="none" spc="0"/>
                        <a:t>$2,800.00</a:t>
                      </a:r>
                      <a:endParaRPr lang="en-US" sz="1500" cap="none" spc="0">
                        <a:solidFill>
                          <a:schemeClr val="tx1"/>
                        </a:solidFill>
                      </a:endParaRPr>
                    </a:p>
                  </a:txBody>
                  <a:tcPr marL="159406" marR="159406" marT="159406" marB="159406"/>
                </a:tc>
                <a:tc>
                  <a:txBody>
                    <a:bodyPr/>
                    <a:lstStyle/>
                    <a:p>
                      <a:r>
                        <a:rPr lang="en-US" sz="1500" cap="none" spc="0"/>
                        <a:t>Systems Analyst</a:t>
                      </a:r>
                      <a:endParaRPr lang="en-US" sz="1500" cap="none" spc="0">
                        <a:solidFill>
                          <a:schemeClr val="tx1"/>
                        </a:solidFill>
                      </a:endParaRPr>
                    </a:p>
                  </a:txBody>
                  <a:tcPr marL="159406" marR="159406" marT="159406" marB="159406"/>
                </a:tc>
                <a:tc>
                  <a:txBody>
                    <a:bodyPr/>
                    <a:lstStyle/>
                    <a:p>
                      <a:r>
                        <a:rPr lang="en-US" sz="1500" cap="none" spc="0"/>
                        <a:t>80 hrs</a:t>
                      </a:r>
                      <a:endParaRPr lang="en-US" sz="1500" cap="none" spc="0">
                        <a:solidFill>
                          <a:schemeClr val="tx1"/>
                        </a:solidFill>
                      </a:endParaRPr>
                    </a:p>
                  </a:txBody>
                  <a:tcPr marL="159406" marR="159406" marT="159406" marB="159406"/>
                </a:tc>
                <a:extLst>
                  <a:ext uri="{0D108BD9-81ED-4DB2-BD59-A6C34878D82A}">
                    <a16:rowId xmlns:a16="http://schemas.microsoft.com/office/drawing/2014/main" val="3379311348"/>
                  </a:ext>
                </a:extLst>
              </a:tr>
              <a:tr h="591575">
                <a:tc>
                  <a:txBody>
                    <a:bodyPr/>
                    <a:lstStyle/>
                    <a:p>
                      <a:r>
                        <a:rPr lang="en-US" sz="1500" cap="none" spc="0"/>
                        <a:t>$6,232.00</a:t>
                      </a:r>
                      <a:endParaRPr lang="en-US" sz="1500" cap="none" spc="0">
                        <a:solidFill>
                          <a:schemeClr val="tx1"/>
                        </a:solidFill>
                      </a:endParaRPr>
                    </a:p>
                  </a:txBody>
                  <a:tcPr marL="159406" marR="159406" marT="159406" marB="159406"/>
                </a:tc>
                <a:tc>
                  <a:txBody>
                    <a:bodyPr/>
                    <a:lstStyle/>
                    <a:p>
                      <a:r>
                        <a:rPr lang="en-US" sz="1500" cap="none" spc="0"/>
                        <a:t>Network Engineer</a:t>
                      </a:r>
                      <a:endParaRPr lang="en-US" sz="1500" cap="none" spc="0">
                        <a:solidFill>
                          <a:schemeClr val="tx1"/>
                        </a:solidFill>
                      </a:endParaRPr>
                    </a:p>
                  </a:txBody>
                  <a:tcPr marL="159406" marR="159406" marT="159406" marB="159406"/>
                </a:tc>
                <a:tc>
                  <a:txBody>
                    <a:bodyPr/>
                    <a:lstStyle/>
                    <a:p>
                      <a:r>
                        <a:rPr lang="en-US" sz="1500" cap="none" spc="0"/>
                        <a:t>152 hrs</a:t>
                      </a:r>
                      <a:endParaRPr lang="en-US" sz="1500" cap="none" spc="0">
                        <a:solidFill>
                          <a:schemeClr val="tx1"/>
                        </a:solidFill>
                      </a:endParaRPr>
                    </a:p>
                  </a:txBody>
                  <a:tcPr marL="159406" marR="159406" marT="159406" marB="159406"/>
                </a:tc>
                <a:extLst>
                  <a:ext uri="{0D108BD9-81ED-4DB2-BD59-A6C34878D82A}">
                    <a16:rowId xmlns:a16="http://schemas.microsoft.com/office/drawing/2014/main" val="2623970308"/>
                  </a:ext>
                </a:extLst>
              </a:tr>
              <a:tr h="591575">
                <a:tc>
                  <a:txBody>
                    <a:bodyPr/>
                    <a:lstStyle/>
                    <a:p>
                      <a:r>
                        <a:rPr lang="en-US" sz="1500" cap="none" spc="0"/>
                        <a:t>$4,032.00</a:t>
                      </a:r>
                      <a:endParaRPr lang="en-US" sz="1500" cap="none" spc="0">
                        <a:solidFill>
                          <a:schemeClr val="tx1"/>
                        </a:solidFill>
                      </a:endParaRPr>
                    </a:p>
                  </a:txBody>
                  <a:tcPr marL="159406" marR="159406" marT="159406" marB="159406"/>
                </a:tc>
                <a:tc>
                  <a:txBody>
                    <a:bodyPr/>
                    <a:lstStyle/>
                    <a:p>
                      <a:r>
                        <a:rPr lang="en-US" sz="1500" cap="none" spc="0"/>
                        <a:t>Software Engineers</a:t>
                      </a:r>
                      <a:endParaRPr lang="en-US" sz="1500" cap="none" spc="0">
                        <a:solidFill>
                          <a:schemeClr val="tx1"/>
                        </a:solidFill>
                      </a:endParaRPr>
                    </a:p>
                  </a:txBody>
                  <a:tcPr marL="159406" marR="159406" marT="159406" marB="159406"/>
                </a:tc>
                <a:tc>
                  <a:txBody>
                    <a:bodyPr/>
                    <a:lstStyle/>
                    <a:p>
                      <a:r>
                        <a:rPr lang="en-US" sz="1500" cap="none" spc="0"/>
                        <a:t>96 hrs</a:t>
                      </a:r>
                      <a:endParaRPr lang="en-US" sz="1500" cap="none" spc="0">
                        <a:solidFill>
                          <a:schemeClr val="tx1"/>
                        </a:solidFill>
                      </a:endParaRPr>
                    </a:p>
                  </a:txBody>
                  <a:tcPr marL="159406" marR="159406" marT="159406" marB="159406"/>
                </a:tc>
                <a:extLst>
                  <a:ext uri="{0D108BD9-81ED-4DB2-BD59-A6C34878D82A}">
                    <a16:rowId xmlns:a16="http://schemas.microsoft.com/office/drawing/2014/main" val="2147438964"/>
                  </a:ext>
                </a:extLst>
              </a:tr>
              <a:tr h="591575">
                <a:tc>
                  <a:txBody>
                    <a:bodyPr/>
                    <a:lstStyle/>
                    <a:p>
                      <a:r>
                        <a:rPr lang="en-US" sz="1500" cap="none" spc="0"/>
                        <a:t>$2,880.00</a:t>
                      </a:r>
                      <a:endParaRPr lang="en-US" sz="1500" cap="none" spc="0">
                        <a:solidFill>
                          <a:schemeClr val="tx1"/>
                        </a:solidFill>
                      </a:endParaRPr>
                    </a:p>
                  </a:txBody>
                  <a:tcPr marL="159406" marR="159406" marT="159406" marB="159406"/>
                </a:tc>
                <a:tc>
                  <a:txBody>
                    <a:bodyPr/>
                    <a:lstStyle/>
                    <a:p>
                      <a:r>
                        <a:rPr lang="en-US" sz="1500" cap="none" spc="0"/>
                        <a:t>Quality Assurance</a:t>
                      </a:r>
                      <a:endParaRPr lang="en-US" sz="1500" cap="none" spc="0">
                        <a:solidFill>
                          <a:schemeClr val="tx1"/>
                        </a:solidFill>
                      </a:endParaRPr>
                    </a:p>
                  </a:txBody>
                  <a:tcPr marL="159406" marR="159406" marT="159406" marB="159406"/>
                </a:tc>
                <a:tc>
                  <a:txBody>
                    <a:bodyPr/>
                    <a:lstStyle/>
                    <a:p>
                      <a:r>
                        <a:rPr lang="en-US" sz="1500" cap="none" spc="0"/>
                        <a:t>80 hrs</a:t>
                      </a:r>
                      <a:endParaRPr lang="en-US" sz="1500" cap="none" spc="0">
                        <a:solidFill>
                          <a:schemeClr val="tx1"/>
                        </a:solidFill>
                      </a:endParaRPr>
                    </a:p>
                  </a:txBody>
                  <a:tcPr marL="159406" marR="159406" marT="159406" marB="159406"/>
                </a:tc>
                <a:extLst>
                  <a:ext uri="{0D108BD9-81ED-4DB2-BD59-A6C34878D82A}">
                    <a16:rowId xmlns:a16="http://schemas.microsoft.com/office/drawing/2014/main" val="254337940"/>
                  </a:ext>
                </a:extLst>
              </a:tr>
              <a:tr h="591575">
                <a:tc>
                  <a:txBody>
                    <a:bodyPr/>
                    <a:lstStyle/>
                    <a:p>
                      <a:r>
                        <a:rPr lang="en-US" sz="1500" cap="none" spc="0" dirty="0"/>
                        <a:t>$4,320.00</a:t>
                      </a:r>
                    </a:p>
                  </a:txBody>
                  <a:tcPr marL="159406" marR="159406" marT="159406" marB="159406"/>
                </a:tc>
                <a:tc>
                  <a:txBody>
                    <a:bodyPr/>
                    <a:lstStyle/>
                    <a:p>
                      <a:r>
                        <a:rPr lang="en-US" sz="1500" cap="none" spc="0"/>
                        <a:t>Project Manager</a:t>
                      </a:r>
                      <a:endParaRPr lang="en-US" sz="1500" cap="none" spc="0">
                        <a:solidFill>
                          <a:schemeClr val="tx1"/>
                        </a:solidFill>
                      </a:endParaRPr>
                    </a:p>
                  </a:txBody>
                  <a:tcPr marL="159406" marR="159406" marT="159406" marB="159406"/>
                </a:tc>
                <a:tc>
                  <a:txBody>
                    <a:bodyPr/>
                    <a:lstStyle/>
                    <a:p>
                      <a:r>
                        <a:rPr lang="en-US" sz="1500" cap="none" spc="0" dirty="0"/>
                        <a:t>216 hrs</a:t>
                      </a:r>
                      <a:endParaRPr lang="en-US" sz="1500" cap="none" spc="0" dirty="0">
                        <a:solidFill>
                          <a:schemeClr val="tx1"/>
                        </a:solidFill>
                      </a:endParaRPr>
                    </a:p>
                  </a:txBody>
                  <a:tcPr marL="159406" marR="159406" marT="159406" marB="159406"/>
                </a:tc>
                <a:extLst>
                  <a:ext uri="{0D108BD9-81ED-4DB2-BD59-A6C34878D82A}">
                    <a16:rowId xmlns:a16="http://schemas.microsoft.com/office/drawing/2014/main" val="762646865"/>
                  </a:ext>
                </a:extLst>
              </a:tr>
              <a:tr h="591575">
                <a:tc>
                  <a:txBody>
                    <a:bodyPr/>
                    <a:lstStyle/>
                    <a:p>
                      <a:r>
                        <a:rPr lang="en-US" sz="1500" cap="none" spc="0"/>
                        <a:t>$1,792.00</a:t>
                      </a:r>
                      <a:endParaRPr lang="en-US" sz="1500" cap="none" spc="0">
                        <a:solidFill>
                          <a:schemeClr val="tx1"/>
                        </a:solidFill>
                      </a:endParaRPr>
                    </a:p>
                  </a:txBody>
                  <a:tcPr marL="159406" marR="159406" marT="159406" marB="159406"/>
                </a:tc>
                <a:tc>
                  <a:txBody>
                    <a:bodyPr/>
                    <a:lstStyle/>
                    <a:p>
                      <a:r>
                        <a:rPr lang="en-US" sz="1500" cap="none" spc="0"/>
                        <a:t>Hardware Technician</a:t>
                      </a:r>
                      <a:endParaRPr lang="en-US" sz="1500" cap="none" spc="0">
                        <a:solidFill>
                          <a:schemeClr val="tx1"/>
                        </a:solidFill>
                      </a:endParaRPr>
                    </a:p>
                  </a:txBody>
                  <a:tcPr marL="159406" marR="159406" marT="159406" marB="159406"/>
                </a:tc>
                <a:tc>
                  <a:txBody>
                    <a:bodyPr/>
                    <a:lstStyle/>
                    <a:p>
                      <a:r>
                        <a:rPr lang="en-US" sz="1500" cap="none" spc="0" dirty="0"/>
                        <a:t>112 hrs</a:t>
                      </a:r>
                      <a:endParaRPr lang="en-US" sz="1500" cap="none" spc="0" dirty="0">
                        <a:solidFill>
                          <a:schemeClr val="tx1"/>
                        </a:solidFill>
                      </a:endParaRPr>
                    </a:p>
                  </a:txBody>
                  <a:tcPr marL="159406" marR="159406" marT="159406" marB="159406"/>
                </a:tc>
                <a:extLst>
                  <a:ext uri="{0D108BD9-81ED-4DB2-BD59-A6C34878D82A}">
                    <a16:rowId xmlns:a16="http://schemas.microsoft.com/office/drawing/2014/main" val="2689957815"/>
                  </a:ext>
                </a:extLst>
              </a:tr>
            </a:tbl>
          </a:graphicData>
        </a:graphic>
      </p:graphicFrame>
      <p:pic>
        <p:nvPicPr>
          <p:cNvPr id="3" name="Labor Expenses">
            <a:hlinkClick r:id="" action="ppaction://media"/>
            <a:extLst>
              <a:ext uri="{FF2B5EF4-FFF2-40B4-BE49-F238E27FC236}">
                <a16:creationId xmlns:a16="http://schemas.microsoft.com/office/drawing/2014/main" id="{71C127A2-2521-4E2E-AD2E-108E1442EAE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766446" y="4472553"/>
            <a:ext cx="609600" cy="609600"/>
          </a:xfrm>
          <a:prstGeom prst="rect">
            <a:avLst/>
          </a:prstGeom>
        </p:spPr>
      </p:pic>
    </p:spTree>
    <p:extLst>
      <p:ext uri="{BB962C8B-B14F-4D97-AF65-F5344CB8AC3E}">
        <p14:creationId xmlns:p14="http://schemas.microsoft.com/office/powerpoint/2010/main" val="1234048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3975"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DA27254-207B-4B52-973B-03A6D7C25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1E513E-19CE-431E-9CC4-C028164F6D8A}"/>
              </a:ext>
            </a:extLst>
          </p:cNvPr>
          <p:cNvSpPr>
            <a:spLocks noGrp="1"/>
          </p:cNvSpPr>
          <p:nvPr>
            <p:ph type="title"/>
          </p:nvPr>
        </p:nvSpPr>
        <p:spPr>
          <a:xfrm>
            <a:off x="652481" y="1382486"/>
            <a:ext cx="3547581" cy="4093028"/>
          </a:xfrm>
        </p:spPr>
        <p:txBody>
          <a:bodyPr anchor="ctr">
            <a:normAutofit/>
          </a:bodyPr>
          <a:lstStyle/>
          <a:p>
            <a:r>
              <a:rPr lang="en-US" sz="4400"/>
              <a:t>Budget Variance</a:t>
            </a:r>
          </a:p>
        </p:txBody>
      </p:sp>
      <p:grpSp>
        <p:nvGrpSpPr>
          <p:cNvPr id="11" name="Group 10">
            <a:extLst>
              <a:ext uri="{FF2B5EF4-FFF2-40B4-BE49-F238E27FC236}">
                <a16:creationId xmlns:a16="http://schemas.microsoft.com/office/drawing/2014/main" id="{AE3358E8-FEB4-4E5C-903A-92C75E6BDD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12" name="Straight Connector 11">
              <a:extLst>
                <a:ext uri="{FF2B5EF4-FFF2-40B4-BE49-F238E27FC236}">
                  <a16:creationId xmlns:a16="http://schemas.microsoft.com/office/drawing/2014/main" id="{65FE9BA5-5847-4FF3-960A-4E3AC28E37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6D98C19-CACB-4DEB-9AA7-5E1D776DBCE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EA0C28F-AA7D-46C7-8D8A-CE97E7EB07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5">
              <a:extLst>
                <a:ext uri="{FF2B5EF4-FFF2-40B4-BE49-F238E27FC236}">
                  <a16:creationId xmlns:a16="http://schemas.microsoft.com/office/drawing/2014/main" id="{50B7A449-3821-4275-97E9-6B1FF91DE1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Isosceles Triangle 15">
              <a:extLst>
                <a:ext uri="{FF2B5EF4-FFF2-40B4-BE49-F238E27FC236}">
                  <a16:creationId xmlns:a16="http://schemas.microsoft.com/office/drawing/2014/main" id="{D15285ED-C1E9-4539-9551-2D9D3B897D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7">
              <a:extLst>
                <a:ext uri="{FF2B5EF4-FFF2-40B4-BE49-F238E27FC236}">
                  <a16:creationId xmlns:a16="http://schemas.microsoft.com/office/drawing/2014/main" id="{A57A772B-029C-402F-8961-04AD1B6112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8">
              <a:extLst>
                <a:ext uri="{FF2B5EF4-FFF2-40B4-BE49-F238E27FC236}">
                  <a16:creationId xmlns:a16="http://schemas.microsoft.com/office/drawing/2014/main" id="{43A98072-A351-47FB-8807-1EEDBF77E3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9">
              <a:extLst>
                <a:ext uri="{FF2B5EF4-FFF2-40B4-BE49-F238E27FC236}">
                  <a16:creationId xmlns:a16="http://schemas.microsoft.com/office/drawing/2014/main" id="{3BC2C561-1ADE-495B-A04A-92DE414F5D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FE633B79-4994-47EC-9479-56BA3E3A5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D6188152-70CA-4742-AA0D-863A7FDB47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7B65467-9F71-4B6D-96C4-636089B011C6}"/>
              </a:ext>
            </a:extLst>
          </p:cNvPr>
          <p:cNvGraphicFramePr>
            <a:graphicFrameLocks noGrp="1"/>
          </p:cNvGraphicFramePr>
          <p:nvPr>
            <p:ph idx="1"/>
            <p:extLst>
              <p:ext uri="{D42A27DB-BD31-4B8C-83A1-F6EECF244321}">
                <p14:modId xmlns:p14="http://schemas.microsoft.com/office/powerpoint/2010/main" val="3535198584"/>
              </p:ext>
            </p:extLst>
          </p:nvPr>
        </p:nvGraphicFramePr>
        <p:xfrm>
          <a:off x="4876847" y="944563"/>
          <a:ext cx="6656769" cy="492121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4" name="Budget Variance">
            <a:hlinkClick r:id="" action="ppaction://media"/>
            <a:extLst>
              <a:ext uri="{FF2B5EF4-FFF2-40B4-BE49-F238E27FC236}">
                <a16:creationId xmlns:a16="http://schemas.microsoft.com/office/drawing/2014/main" id="{12C13FD0-1174-48B5-911E-B2E4D0105B8D}"/>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439607" y="4343400"/>
            <a:ext cx="609600" cy="609600"/>
          </a:xfrm>
          <a:prstGeom prst="rect">
            <a:avLst/>
          </a:prstGeom>
        </p:spPr>
      </p:pic>
    </p:spTree>
    <p:extLst>
      <p:ext uri="{BB962C8B-B14F-4D97-AF65-F5344CB8AC3E}">
        <p14:creationId xmlns:p14="http://schemas.microsoft.com/office/powerpoint/2010/main" val="4267820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018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DA27254-207B-4B52-973B-03A6D7C25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5034FE-5D80-4D62-B911-1EC8E6EC3040}"/>
              </a:ext>
            </a:extLst>
          </p:cNvPr>
          <p:cNvSpPr>
            <a:spLocks noGrp="1"/>
          </p:cNvSpPr>
          <p:nvPr>
            <p:ph type="title"/>
          </p:nvPr>
        </p:nvSpPr>
        <p:spPr>
          <a:xfrm>
            <a:off x="652481" y="1382486"/>
            <a:ext cx="3547581" cy="4093028"/>
          </a:xfrm>
        </p:spPr>
        <p:txBody>
          <a:bodyPr anchor="ctr">
            <a:normAutofit/>
          </a:bodyPr>
          <a:lstStyle/>
          <a:p>
            <a:r>
              <a:rPr lang="en-US" sz="4400"/>
              <a:t>Success Factors</a:t>
            </a:r>
          </a:p>
        </p:txBody>
      </p:sp>
      <p:grpSp>
        <p:nvGrpSpPr>
          <p:cNvPr id="11" name="Group 10">
            <a:extLst>
              <a:ext uri="{FF2B5EF4-FFF2-40B4-BE49-F238E27FC236}">
                <a16:creationId xmlns:a16="http://schemas.microsoft.com/office/drawing/2014/main" id="{AE3358E8-FEB4-4E5C-903A-92C75E6BDD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267" y="-8467"/>
            <a:ext cx="4766733" cy="6866467"/>
            <a:chOff x="7425267" y="-8467"/>
            <a:chExt cx="4766733" cy="6866467"/>
          </a:xfrm>
        </p:grpSpPr>
        <p:cxnSp>
          <p:nvCxnSpPr>
            <p:cNvPr id="12" name="Straight Connector 11">
              <a:extLst>
                <a:ext uri="{FF2B5EF4-FFF2-40B4-BE49-F238E27FC236}">
                  <a16:creationId xmlns:a16="http://schemas.microsoft.com/office/drawing/2014/main" id="{65FE9BA5-5847-4FF3-960A-4E3AC28E375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rgbClr val="BFBFBF">
                  <a:alpha val="75000"/>
                </a:srgb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6D98C19-CACB-4DEB-9AA7-5E1D776DBCE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rgbClr val="BFBFBF">
                  <a:alpha val="80000"/>
                </a:srgb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EA0C28F-AA7D-46C7-8D8A-CE97E7EB07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5">
              <a:extLst>
                <a:ext uri="{FF2B5EF4-FFF2-40B4-BE49-F238E27FC236}">
                  <a16:creationId xmlns:a16="http://schemas.microsoft.com/office/drawing/2014/main" id="{50B7A449-3821-4275-97E9-6B1FF91DE1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Isosceles Triangle 15">
              <a:extLst>
                <a:ext uri="{FF2B5EF4-FFF2-40B4-BE49-F238E27FC236}">
                  <a16:creationId xmlns:a16="http://schemas.microsoft.com/office/drawing/2014/main" id="{D15285ED-C1E9-4539-9551-2D9D3B897D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7">
              <a:extLst>
                <a:ext uri="{FF2B5EF4-FFF2-40B4-BE49-F238E27FC236}">
                  <a16:creationId xmlns:a16="http://schemas.microsoft.com/office/drawing/2014/main" id="{A57A772B-029C-402F-8961-04AD1B6112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8">
              <a:extLst>
                <a:ext uri="{FF2B5EF4-FFF2-40B4-BE49-F238E27FC236}">
                  <a16:creationId xmlns:a16="http://schemas.microsoft.com/office/drawing/2014/main" id="{43A98072-A351-47FB-8807-1EEDBF77E3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9">
              <a:extLst>
                <a:ext uri="{FF2B5EF4-FFF2-40B4-BE49-F238E27FC236}">
                  <a16:creationId xmlns:a16="http://schemas.microsoft.com/office/drawing/2014/main" id="{3BC2C561-1ADE-495B-A04A-92DE414F5D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FE633B79-4994-47EC-9479-56BA3E3A5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D6188152-70CA-4742-AA0D-863A7FDB47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719" y="0"/>
            <a:ext cx="621428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67D5C40-4FE6-4448-B0CA-D7E04E4EDB03}"/>
              </a:ext>
            </a:extLst>
          </p:cNvPr>
          <p:cNvGraphicFramePr>
            <a:graphicFrameLocks noGrp="1"/>
          </p:cNvGraphicFramePr>
          <p:nvPr>
            <p:ph idx="1"/>
            <p:extLst>
              <p:ext uri="{D42A27DB-BD31-4B8C-83A1-F6EECF244321}">
                <p14:modId xmlns:p14="http://schemas.microsoft.com/office/powerpoint/2010/main" val="3963206599"/>
              </p:ext>
            </p:extLst>
          </p:nvPr>
        </p:nvGraphicFramePr>
        <p:xfrm>
          <a:off x="4876847" y="944563"/>
          <a:ext cx="6656769" cy="492121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3" name="Success Factors">
            <a:hlinkClick r:id="" action="ppaction://media"/>
            <a:extLst>
              <a:ext uri="{FF2B5EF4-FFF2-40B4-BE49-F238E27FC236}">
                <a16:creationId xmlns:a16="http://schemas.microsoft.com/office/drawing/2014/main" id="{3A90C38F-4555-4C12-AD7B-317D698443AA}"/>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315036" y="4343400"/>
            <a:ext cx="609600" cy="609600"/>
          </a:xfrm>
          <a:prstGeom prst="rect">
            <a:avLst/>
          </a:prstGeom>
        </p:spPr>
      </p:pic>
    </p:spTree>
    <p:extLst>
      <p:ext uri="{BB962C8B-B14F-4D97-AF65-F5344CB8AC3E}">
        <p14:creationId xmlns:p14="http://schemas.microsoft.com/office/powerpoint/2010/main" val="2779000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2872"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E54DA29-C8B9-4F97-B43D-24E556ACF0E4}"/>
              </a:ext>
            </a:extLst>
          </p:cNvPr>
          <p:cNvSpPr>
            <a:spLocks noGrp="1"/>
          </p:cNvSpPr>
          <p:nvPr>
            <p:ph type="title"/>
          </p:nvPr>
        </p:nvSpPr>
        <p:spPr>
          <a:xfrm>
            <a:off x="643467" y="816638"/>
            <a:ext cx="3367359" cy="5224724"/>
          </a:xfrm>
        </p:spPr>
        <p:txBody>
          <a:bodyPr anchor="ctr">
            <a:normAutofit/>
          </a:bodyPr>
          <a:lstStyle/>
          <a:p>
            <a:r>
              <a:rPr lang="en-US" dirty="0"/>
              <a:t>Risk Mitigation</a:t>
            </a:r>
          </a:p>
        </p:txBody>
      </p:sp>
      <p:sp>
        <p:nvSpPr>
          <p:cNvPr id="3" name="Content Placeholder 2">
            <a:extLst>
              <a:ext uri="{FF2B5EF4-FFF2-40B4-BE49-F238E27FC236}">
                <a16:creationId xmlns:a16="http://schemas.microsoft.com/office/drawing/2014/main" id="{29FF9013-8082-46C6-842B-F598DBB7B2D1}"/>
              </a:ext>
            </a:extLst>
          </p:cNvPr>
          <p:cNvSpPr>
            <a:spLocks noGrp="1"/>
          </p:cNvSpPr>
          <p:nvPr>
            <p:ph idx="1"/>
          </p:nvPr>
        </p:nvSpPr>
        <p:spPr>
          <a:xfrm>
            <a:off x="4654295" y="816638"/>
            <a:ext cx="4619706" cy="5224724"/>
          </a:xfrm>
        </p:spPr>
        <p:txBody>
          <a:bodyPr anchor="ctr">
            <a:normAutofit/>
          </a:bodyPr>
          <a:lstStyle/>
          <a:p>
            <a:r>
              <a:rPr lang="en-US" dirty="0"/>
              <a:t>Internet Issues</a:t>
            </a:r>
          </a:p>
          <a:p>
            <a:r>
              <a:rPr lang="en-US" dirty="0"/>
              <a:t>Unsupported network equipment</a:t>
            </a:r>
          </a:p>
          <a:p>
            <a:r>
              <a:rPr lang="en-US" dirty="0"/>
              <a:t>Inappropriate access</a:t>
            </a:r>
          </a:p>
          <a:p>
            <a:r>
              <a:rPr lang="en-US" dirty="0"/>
              <a:t>Delays</a:t>
            </a:r>
          </a:p>
        </p:txBody>
      </p:sp>
      <p:pic>
        <p:nvPicPr>
          <p:cNvPr id="4" name="Risk Mitigation">
            <a:hlinkClick r:id="" action="ppaction://media"/>
            <a:extLst>
              <a:ext uri="{FF2B5EF4-FFF2-40B4-BE49-F238E27FC236}">
                <a16:creationId xmlns:a16="http://schemas.microsoft.com/office/drawing/2014/main" id="{95A37661-05DE-4C1D-BE6C-AB94F2AEE66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70555" y="4297018"/>
            <a:ext cx="609600" cy="609600"/>
          </a:xfrm>
          <a:prstGeom prst="rect">
            <a:avLst/>
          </a:prstGeom>
        </p:spPr>
      </p:pic>
    </p:spTree>
    <p:extLst>
      <p:ext uri="{BB962C8B-B14F-4D97-AF65-F5344CB8AC3E}">
        <p14:creationId xmlns:p14="http://schemas.microsoft.com/office/powerpoint/2010/main" val="3497227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320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25CFB4D-07B5-4EFA-A474-AD629B85B2F6}"/>
              </a:ext>
            </a:extLst>
          </p:cNvPr>
          <p:cNvSpPr>
            <a:spLocks noGrp="1"/>
          </p:cNvSpPr>
          <p:nvPr>
            <p:ph type="title"/>
          </p:nvPr>
        </p:nvSpPr>
        <p:spPr>
          <a:xfrm>
            <a:off x="643467" y="816638"/>
            <a:ext cx="3367359" cy="5224724"/>
          </a:xfrm>
        </p:spPr>
        <p:txBody>
          <a:bodyPr anchor="ctr">
            <a:normAutofit/>
          </a:bodyPr>
          <a:lstStyle/>
          <a:p>
            <a:r>
              <a:rPr lang="en-US" dirty="0"/>
              <a:t>Communication Plan</a:t>
            </a:r>
          </a:p>
        </p:txBody>
      </p:sp>
      <p:sp>
        <p:nvSpPr>
          <p:cNvPr id="3" name="Content Placeholder 2">
            <a:extLst>
              <a:ext uri="{FF2B5EF4-FFF2-40B4-BE49-F238E27FC236}">
                <a16:creationId xmlns:a16="http://schemas.microsoft.com/office/drawing/2014/main" id="{000467E1-8E2A-48CF-A61F-7F056DCDE5A5}"/>
              </a:ext>
            </a:extLst>
          </p:cNvPr>
          <p:cNvSpPr>
            <a:spLocks noGrp="1"/>
          </p:cNvSpPr>
          <p:nvPr>
            <p:ph idx="1"/>
          </p:nvPr>
        </p:nvSpPr>
        <p:spPr>
          <a:xfrm>
            <a:off x="4654295" y="816638"/>
            <a:ext cx="4619706" cy="5224724"/>
          </a:xfrm>
        </p:spPr>
        <p:txBody>
          <a:bodyPr anchor="ctr">
            <a:normAutofit/>
          </a:bodyPr>
          <a:lstStyle/>
          <a:p>
            <a:r>
              <a:rPr lang="en-US" dirty="0"/>
              <a:t>Kick-off meeting</a:t>
            </a:r>
          </a:p>
          <a:p>
            <a:r>
              <a:rPr lang="en-US" dirty="0"/>
              <a:t>Status reports</a:t>
            </a:r>
          </a:p>
          <a:p>
            <a:r>
              <a:rPr lang="en-US" dirty="0"/>
              <a:t>Milestone review</a:t>
            </a:r>
          </a:p>
          <a:p>
            <a:r>
              <a:rPr lang="en-US" dirty="0"/>
              <a:t>QA review</a:t>
            </a:r>
          </a:p>
          <a:p>
            <a:r>
              <a:rPr lang="en-US" dirty="0"/>
              <a:t>Lessons Learned</a:t>
            </a:r>
          </a:p>
          <a:p>
            <a:endParaRPr lang="en-US" dirty="0"/>
          </a:p>
        </p:txBody>
      </p:sp>
      <p:pic>
        <p:nvPicPr>
          <p:cNvPr id="4" name="Communication Plan">
            <a:hlinkClick r:id="" action="ppaction://media"/>
            <a:extLst>
              <a:ext uri="{FF2B5EF4-FFF2-40B4-BE49-F238E27FC236}">
                <a16:creationId xmlns:a16="http://schemas.microsoft.com/office/drawing/2014/main" id="{B4FD81FF-68F7-4080-95D6-39BDDBCF3AA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99322" y="4217504"/>
            <a:ext cx="609600" cy="609600"/>
          </a:xfrm>
          <a:prstGeom prst="rect">
            <a:avLst/>
          </a:prstGeom>
        </p:spPr>
      </p:pic>
    </p:spTree>
    <p:extLst>
      <p:ext uri="{BB962C8B-B14F-4D97-AF65-F5344CB8AC3E}">
        <p14:creationId xmlns:p14="http://schemas.microsoft.com/office/powerpoint/2010/main" val="3339566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413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FB3F1E5-D6C6-44CA-9061-01D1C88DCC31}"/>
              </a:ext>
            </a:extLst>
          </p:cNvPr>
          <p:cNvSpPr>
            <a:spLocks noGrp="1"/>
          </p:cNvSpPr>
          <p:nvPr>
            <p:ph type="title"/>
          </p:nvPr>
        </p:nvSpPr>
        <p:spPr>
          <a:xfrm>
            <a:off x="643467" y="816638"/>
            <a:ext cx="3367359" cy="5224724"/>
          </a:xfrm>
        </p:spPr>
        <p:txBody>
          <a:bodyPr anchor="ctr">
            <a:normAutofit/>
          </a:bodyPr>
          <a:lstStyle/>
          <a:p>
            <a:r>
              <a:rPr lang="en-US"/>
              <a:t>Quality Management</a:t>
            </a:r>
            <a:endParaRPr lang="en-US" dirty="0"/>
          </a:p>
        </p:txBody>
      </p:sp>
      <p:sp>
        <p:nvSpPr>
          <p:cNvPr id="7" name="Content Placeholder 2">
            <a:extLst>
              <a:ext uri="{FF2B5EF4-FFF2-40B4-BE49-F238E27FC236}">
                <a16:creationId xmlns:a16="http://schemas.microsoft.com/office/drawing/2014/main" id="{13CDF77B-922E-4A02-BC0B-5A1E0DE62953}"/>
              </a:ext>
            </a:extLst>
          </p:cNvPr>
          <p:cNvSpPr>
            <a:spLocks noGrp="1"/>
          </p:cNvSpPr>
          <p:nvPr>
            <p:ph idx="1"/>
          </p:nvPr>
        </p:nvSpPr>
        <p:spPr>
          <a:xfrm>
            <a:off x="4654295" y="816638"/>
            <a:ext cx="4619706" cy="5224724"/>
          </a:xfrm>
        </p:spPr>
        <p:txBody>
          <a:bodyPr anchor="ctr">
            <a:normAutofit/>
          </a:bodyPr>
          <a:lstStyle/>
          <a:p>
            <a:r>
              <a:rPr lang="en-US"/>
              <a:t>Hardware</a:t>
            </a:r>
          </a:p>
          <a:p>
            <a:r>
              <a:rPr lang="en-US"/>
              <a:t>Software</a:t>
            </a:r>
          </a:p>
          <a:p>
            <a:r>
              <a:rPr lang="en-US"/>
              <a:t>Network</a:t>
            </a:r>
          </a:p>
        </p:txBody>
      </p:sp>
      <p:pic>
        <p:nvPicPr>
          <p:cNvPr id="3" name="Quality Management">
            <a:hlinkClick r:id="" action="ppaction://media"/>
            <a:extLst>
              <a:ext uri="{FF2B5EF4-FFF2-40B4-BE49-F238E27FC236}">
                <a16:creationId xmlns:a16="http://schemas.microsoft.com/office/drawing/2014/main" id="{D39E8929-E914-4AB2-9C6D-D2A3A1D9592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497495" y="4217505"/>
            <a:ext cx="609600" cy="609600"/>
          </a:xfrm>
          <a:prstGeom prst="rect">
            <a:avLst/>
          </a:prstGeom>
        </p:spPr>
      </p:pic>
    </p:spTree>
    <p:extLst>
      <p:ext uri="{BB962C8B-B14F-4D97-AF65-F5344CB8AC3E}">
        <p14:creationId xmlns:p14="http://schemas.microsoft.com/office/powerpoint/2010/main" val="1458058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29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4D16F1A-5D78-4402-81FF-31A98AFD6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3261C4-4371-4564-AF01-4338219F77E1}"/>
              </a:ext>
            </a:extLst>
          </p:cNvPr>
          <p:cNvSpPr>
            <a:spLocks noGrp="1"/>
          </p:cNvSpPr>
          <p:nvPr>
            <p:ph type="title"/>
          </p:nvPr>
        </p:nvSpPr>
        <p:spPr>
          <a:xfrm>
            <a:off x="1286933" y="609600"/>
            <a:ext cx="10197494" cy="1099457"/>
          </a:xfrm>
        </p:spPr>
        <p:txBody>
          <a:bodyPr>
            <a:normAutofit/>
          </a:bodyPr>
          <a:lstStyle/>
          <a:p>
            <a:r>
              <a:rPr lang="en-US"/>
              <a:t>Lessons Learned</a:t>
            </a:r>
            <a:endParaRPr lang="en-US" dirty="0"/>
          </a:p>
        </p:txBody>
      </p:sp>
      <p:sp>
        <p:nvSpPr>
          <p:cNvPr id="12" name="Isosceles Triangle 11">
            <a:extLst>
              <a:ext uri="{FF2B5EF4-FFF2-40B4-BE49-F238E27FC236}">
                <a16:creationId xmlns:a16="http://schemas.microsoft.com/office/drawing/2014/main" id="{1B2FB7F0-6A45-43E8-88A7-48E46E6D48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6BA9C607-662B-4FBB-A3F3-CF593AD73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5" name="Content Placeholder 2">
            <a:extLst>
              <a:ext uri="{FF2B5EF4-FFF2-40B4-BE49-F238E27FC236}">
                <a16:creationId xmlns:a16="http://schemas.microsoft.com/office/drawing/2014/main" id="{6944651F-712A-4AF7-B5F1-1D14A3586213}"/>
              </a:ext>
            </a:extLst>
          </p:cNvPr>
          <p:cNvGraphicFramePr>
            <a:graphicFrameLocks noGrp="1"/>
          </p:cNvGraphicFramePr>
          <p:nvPr>
            <p:ph idx="1"/>
            <p:extLst>
              <p:ext uri="{D42A27DB-BD31-4B8C-83A1-F6EECF244321}">
                <p14:modId xmlns:p14="http://schemas.microsoft.com/office/powerpoint/2010/main" val="3651034214"/>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4" name="Lessons Learned">
            <a:hlinkClick r:id="" action="ppaction://media"/>
            <a:extLst>
              <a:ext uri="{FF2B5EF4-FFF2-40B4-BE49-F238E27FC236}">
                <a16:creationId xmlns:a16="http://schemas.microsoft.com/office/drawing/2014/main" id="{7E42492C-8C6E-4970-81B4-7F86CC6FACC0}"/>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5459895" y="609600"/>
            <a:ext cx="609600" cy="609600"/>
          </a:xfrm>
          <a:prstGeom prst="rect">
            <a:avLst/>
          </a:prstGeom>
        </p:spPr>
      </p:pic>
    </p:spTree>
    <p:extLst>
      <p:ext uri="{BB962C8B-B14F-4D97-AF65-F5344CB8AC3E}">
        <p14:creationId xmlns:p14="http://schemas.microsoft.com/office/powerpoint/2010/main" val="1768110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008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D9E75-5900-4EBA-A655-28FA102AC340}"/>
              </a:ext>
            </a:extLst>
          </p:cNvPr>
          <p:cNvSpPr>
            <a:spLocks noGrp="1"/>
          </p:cNvSpPr>
          <p:nvPr>
            <p:ph type="title"/>
          </p:nvPr>
        </p:nvSpPr>
        <p:spPr>
          <a:xfrm>
            <a:off x="677334" y="609600"/>
            <a:ext cx="8596668" cy="1320800"/>
          </a:xfrm>
        </p:spPr>
        <p:txBody>
          <a:bodyPr>
            <a:normAutofit/>
          </a:bodyPr>
          <a:lstStyle/>
          <a:p>
            <a:r>
              <a:rPr lang="en-US"/>
              <a:t>Best Practices</a:t>
            </a:r>
          </a:p>
        </p:txBody>
      </p:sp>
      <p:graphicFrame>
        <p:nvGraphicFramePr>
          <p:cNvPr id="5" name="Content Placeholder 2">
            <a:extLst>
              <a:ext uri="{FF2B5EF4-FFF2-40B4-BE49-F238E27FC236}">
                <a16:creationId xmlns:a16="http://schemas.microsoft.com/office/drawing/2014/main" id="{2BB0D758-32D9-4940-B864-1F89C6599C9F}"/>
              </a:ext>
            </a:extLst>
          </p:cNvPr>
          <p:cNvGraphicFramePr>
            <a:graphicFrameLocks noGrp="1"/>
          </p:cNvGraphicFramePr>
          <p:nvPr>
            <p:ph idx="1"/>
            <p:extLst>
              <p:ext uri="{D42A27DB-BD31-4B8C-83A1-F6EECF244321}">
                <p14:modId xmlns:p14="http://schemas.microsoft.com/office/powerpoint/2010/main" val="2816618392"/>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3" name="Best Practices">
            <a:hlinkClick r:id="" action="ppaction://media"/>
            <a:extLst>
              <a:ext uri="{FF2B5EF4-FFF2-40B4-BE49-F238E27FC236}">
                <a16:creationId xmlns:a16="http://schemas.microsoft.com/office/drawing/2014/main" id="{5D30F177-58EF-48A7-86E4-C31787CCDF82}"/>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4366068" y="660400"/>
            <a:ext cx="609600" cy="609600"/>
          </a:xfrm>
          <a:prstGeom prst="rect">
            <a:avLst/>
          </a:prstGeom>
        </p:spPr>
      </p:pic>
    </p:spTree>
    <p:extLst>
      <p:ext uri="{BB962C8B-B14F-4D97-AF65-F5344CB8AC3E}">
        <p14:creationId xmlns:p14="http://schemas.microsoft.com/office/powerpoint/2010/main" val="4213062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616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5" name="Rectangle 16">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descr="Exclamation mark on a yellow background">
            <a:extLst>
              <a:ext uri="{FF2B5EF4-FFF2-40B4-BE49-F238E27FC236}">
                <a16:creationId xmlns:a16="http://schemas.microsoft.com/office/drawing/2014/main" id="{CED49320-EFE7-4B34-85B7-FD999DA2DA87}"/>
              </a:ext>
            </a:extLst>
          </p:cNvPr>
          <p:cNvPicPr>
            <a:picLocks noChangeAspect="1"/>
          </p:cNvPicPr>
          <p:nvPr/>
        </p:nvPicPr>
        <p:blipFill rotWithShape="1">
          <a:blip r:embed="rId5">
            <a:duotone>
              <a:prstClr val="black"/>
              <a:schemeClr val="tx2">
                <a:tint val="45000"/>
                <a:satMod val="400000"/>
              </a:schemeClr>
            </a:duotone>
            <a:alphaModFix amt="40000"/>
          </a:blip>
          <a:srcRect t="25000"/>
          <a:stretch/>
        </p:blipFill>
        <p:spPr>
          <a:xfrm>
            <a:off x="20" y="10"/>
            <a:ext cx="12191980" cy="6857990"/>
          </a:xfrm>
          <a:prstGeom prst="rect">
            <a:avLst/>
          </a:prstGeom>
        </p:spPr>
      </p:pic>
      <p:sp>
        <p:nvSpPr>
          <p:cNvPr id="2" name="Title 1">
            <a:extLst>
              <a:ext uri="{FF2B5EF4-FFF2-40B4-BE49-F238E27FC236}">
                <a16:creationId xmlns:a16="http://schemas.microsoft.com/office/drawing/2014/main" id="{AB65B882-BB53-443B-BA65-9DA6F9715D3D}"/>
              </a:ext>
            </a:extLst>
          </p:cNvPr>
          <p:cNvSpPr>
            <a:spLocks noGrp="1"/>
          </p:cNvSpPr>
          <p:nvPr>
            <p:ph type="title"/>
          </p:nvPr>
        </p:nvSpPr>
        <p:spPr>
          <a:xfrm>
            <a:off x="677334" y="609600"/>
            <a:ext cx="8596668" cy="1320800"/>
          </a:xfrm>
        </p:spPr>
        <p:txBody>
          <a:bodyPr>
            <a:normAutofit/>
          </a:bodyPr>
          <a:lstStyle/>
          <a:p>
            <a:r>
              <a:rPr lang="en-US" dirty="0"/>
              <a:t>Ethical Issues</a:t>
            </a:r>
          </a:p>
        </p:txBody>
      </p:sp>
      <p:graphicFrame>
        <p:nvGraphicFramePr>
          <p:cNvPr id="37" name="Content Placeholder 2">
            <a:extLst>
              <a:ext uri="{FF2B5EF4-FFF2-40B4-BE49-F238E27FC236}">
                <a16:creationId xmlns:a16="http://schemas.microsoft.com/office/drawing/2014/main" id="{8A573385-A145-4B6F-B545-5251B24CC250}"/>
              </a:ext>
            </a:extLst>
          </p:cNvPr>
          <p:cNvGraphicFramePr>
            <a:graphicFrameLocks noGrp="1"/>
          </p:cNvGraphicFramePr>
          <p:nvPr>
            <p:ph idx="1"/>
            <p:extLst>
              <p:ext uri="{D42A27DB-BD31-4B8C-83A1-F6EECF244321}">
                <p14:modId xmlns:p14="http://schemas.microsoft.com/office/powerpoint/2010/main" val="17491463"/>
              </p:ext>
            </p:extLst>
          </p:nvPr>
        </p:nvGraphicFramePr>
        <p:xfrm>
          <a:off x="240632" y="1347537"/>
          <a:ext cx="8097252" cy="4411579"/>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4" name="Ethical Issues">
            <a:hlinkClick r:id="" action="ppaction://media"/>
            <a:extLst>
              <a:ext uri="{FF2B5EF4-FFF2-40B4-BE49-F238E27FC236}">
                <a16:creationId xmlns:a16="http://schemas.microsoft.com/office/drawing/2014/main" id="{4C0C2E51-F4E5-4395-9EC0-CB9555E9DA1F}"/>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3984458" y="672432"/>
            <a:ext cx="609600" cy="609600"/>
          </a:xfrm>
          <a:prstGeom prst="rect">
            <a:avLst/>
          </a:prstGeom>
        </p:spPr>
      </p:pic>
    </p:spTree>
    <p:extLst>
      <p:ext uri="{BB962C8B-B14F-4D97-AF65-F5344CB8AC3E}">
        <p14:creationId xmlns:p14="http://schemas.microsoft.com/office/powerpoint/2010/main" val="4273995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277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F8B-0F21-48F5-8AB8-A034828972A6}"/>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130FDFD8-7D33-49DD-8B1E-4F938BD20ED7}"/>
              </a:ext>
            </a:extLst>
          </p:cNvPr>
          <p:cNvSpPr>
            <a:spLocks noGrp="1"/>
          </p:cNvSpPr>
          <p:nvPr>
            <p:ph idx="1"/>
          </p:nvPr>
        </p:nvSpPr>
        <p:spPr>
          <a:xfrm>
            <a:off x="324853" y="1299411"/>
            <a:ext cx="8949149" cy="5426242"/>
          </a:xfrm>
        </p:spPr>
        <p:txBody>
          <a:bodyPr>
            <a:normAutofit fontScale="70000" lnSpcReduction="20000"/>
          </a:bodyPr>
          <a:lstStyle/>
          <a:p>
            <a:pPr>
              <a:lnSpc>
                <a:spcPct val="120000"/>
              </a:lnSpc>
            </a:pPr>
            <a:r>
              <a:rPr lang="en-US" dirty="0"/>
              <a:t>Amazon. (n.d.). ZTE MAX Connect unlocked mobile WiFi hotspot 4G LTE GSM router MF928, up to 150mbps download speed, connect up to 10 devices, create a WLAN anywhere bundle with microfiber cloth. Retrieved from https://www.amazon.com/dp/B08F2WW1H1?tag=p00935-20&amp;ascsubtag=03BHrE9ctFQmdLMpKKL59WR</a:t>
            </a:r>
          </a:p>
          <a:p>
            <a:pPr>
              <a:lnSpc>
                <a:spcPct val="120000"/>
              </a:lnSpc>
            </a:pPr>
            <a:r>
              <a:rPr lang="en-US" dirty="0"/>
              <a:t>Cables.com. (n.d.). 100Ft Cat6 shielded ethernet cable snagless blue. Retrieved from https://www.cables.com/100ft-cat6-shielded-ethernet-cable-snagless-blue.html?gclid=Cj0KCQiApsiBBhCKARIsAN8o_4gkOBbqBJq96qRcxMewlAypCRMAv9UQwrhlJrlFRRaTxr-__6ml3JQaAg4CEALw_wcB</a:t>
            </a:r>
          </a:p>
          <a:p>
            <a:pPr>
              <a:lnSpc>
                <a:spcPct val="120000"/>
              </a:lnSpc>
            </a:pPr>
            <a:r>
              <a:rPr lang="en-US" dirty="0"/>
              <a:t>Cisco. (n.d.). Small business Routers. Retrieved from https://www.cisco.com/c/en/us/solutions/small-business/networking/routers.html#~products</a:t>
            </a:r>
          </a:p>
          <a:p>
            <a:pPr>
              <a:lnSpc>
                <a:spcPct val="120000"/>
              </a:lnSpc>
            </a:pPr>
            <a:r>
              <a:rPr lang="en-US" dirty="0"/>
              <a:t>Cunningham, A. &amp; Pinola, M. (2020). The best webcams. Retrieved from https://www.nytimes.com/wirecutter/reviews/the-best-webcams/</a:t>
            </a:r>
          </a:p>
          <a:p>
            <a:pPr>
              <a:lnSpc>
                <a:spcPct val="120000"/>
              </a:lnSpc>
            </a:pPr>
            <a:r>
              <a:rPr lang="en-US" dirty="0"/>
              <a:t>G2.com, Inc.. (n.d.). Scalefusion. Retrieved from https://www.g2.com/products/scalefusion/pricing</a:t>
            </a:r>
          </a:p>
          <a:p>
            <a:pPr>
              <a:lnSpc>
                <a:spcPct val="120000"/>
              </a:lnSpc>
            </a:pPr>
            <a:r>
              <a:rPr lang="en-US" dirty="0"/>
              <a:t>Khan, R. (2020). Work from anywhere trend intensifying ethics, and compliance issues. Retrieved from https://www.forbes.com/sites/roomykhan/2020/11/06/work-from-anywhere-trend-intensifying-ethics-and-compliance-issues/?sh=49ffe3882f38</a:t>
            </a:r>
          </a:p>
          <a:p>
            <a:pPr>
              <a:lnSpc>
                <a:spcPct val="120000"/>
              </a:lnSpc>
            </a:pPr>
            <a:r>
              <a:rPr lang="en-US" dirty="0"/>
              <a:t>Perimeter 81. (n.d.). Choose your perimeter 81 plan. Retrieved from https://www.perimeter81.com/pricing</a:t>
            </a:r>
          </a:p>
          <a:p>
            <a:pPr>
              <a:lnSpc>
                <a:spcPct val="120000"/>
              </a:lnSpc>
            </a:pPr>
            <a:r>
              <a:rPr lang="en-US" dirty="0"/>
              <a:t>Smith, E. (2021). Four ethical considerations for using employee monitoring software on remote workers. Retrieved from https://associationsnow.com/2021/03/four-ethical-considerations-for-using-employee-monitoring-software-on-remote-workers/</a:t>
            </a:r>
          </a:p>
          <a:p>
            <a:pPr>
              <a:lnSpc>
                <a:spcPct val="120000"/>
              </a:lnSpc>
            </a:pPr>
            <a:r>
              <a:rPr lang="en-US" dirty="0"/>
              <a:t>ZipRecruiter. (n.d.). Real salaries from real employers. Retrieved from https://www.ziprecruiter.com/Salaries</a:t>
            </a:r>
          </a:p>
          <a:p>
            <a:endParaRPr lang="en-US" dirty="0"/>
          </a:p>
        </p:txBody>
      </p:sp>
    </p:spTree>
    <p:extLst>
      <p:ext uri="{BB962C8B-B14F-4D97-AF65-F5344CB8AC3E}">
        <p14:creationId xmlns:p14="http://schemas.microsoft.com/office/powerpoint/2010/main" val="2010046507"/>
      </p:ext>
    </p:extLst>
  </p:cSld>
  <p:clrMapOvr>
    <a:masterClrMapping/>
  </p:clrMapOvr>
</p:sld>
</file>

<file path=ppt/theme/theme1.xml><?xml version="1.0" encoding="utf-8"?>
<a:theme xmlns:a="http://schemas.openxmlformats.org/drawingml/2006/main" name="Facet">
  <a:themeElements>
    <a:clrScheme name="Custom 3">
      <a:dk1>
        <a:sysClr val="windowText" lastClr="000000"/>
      </a:dk1>
      <a:lt1>
        <a:sysClr val="window" lastClr="FFFFFF"/>
      </a:lt1>
      <a:dk2>
        <a:srgbClr val="2C3C43"/>
      </a:dk2>
      <a:lt2>
        <a:srgbClr val="EBEBEB"/>
      </a:lt2>
      <a:accent1>
        <a:srgbClr val="22B14C"/>
      </a:accent1>
      <a:accent2>
        <a:srgbClr val="22B14C"/>
      </a:accent2>
      <a:accent3>
        <a:srgbClr val="E6B91E"/>
      </a:accent3>
      <a:accent4>
        <a:srgbClr val="E76618"/>
      </a:accent4>
      <a:accent5>
        <a:srgbClr val="C42F1A"/>
      </a:accent5>
      <a:accent6>
        <a:srgbClr val="918655"/>
      </a:accent6>
      <a:hlink>
        <a:srgbClr val="22B14C"/>
      </a:hlink>
      <a:folHlink>
        <a:srgbClr val="22B14C"/>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3824</Words>
  <Application>Microsoft Office PowerPoint</Application>
  <PresentationFormat>Widescreen</PresentationFormat>
  <Paragraphs>200</Paragraphs>
  <Slides>17</Slides>
  <Notes>15</Notes>
  <HiddenSlides>0</HiddenSlides>
  <MMClips>15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Segoe UI</vt:lpstr>
      <vt:lpstr>Trebuchet MS</vt:lpstr>
      <vt:lpstr>Wingdings 3</vt:lpstr>
      <vt:lpstr>Facet</vt:lpstr>
      <vt:lpstr>Remote Staff Initiative</vt:lpstr>
      <vt:lpstr>Project Overview</vt:lpstr>
      <vt:lpstr>Stakeholder Expectations</vt:lpstr>
      <vt:lpstr>Milestones</vt:lpstr>
      <vt:lpstr>Deliverables</vt:lpstr>
      <vt:lpstr>Schedule</vt:lpstr>
      <vt:lpstr>Material Expenses</vt:lpstr>
      <vt:lpstr>Labor Expenses</vt:lpstr>
      <vt:lpstr>Budget Variance</vt:lpstr>
      <vt:lpstr>Success Factors</vt:lpstr>
      <vt:lpstr>Risk Mitigation</vt:lpstr>
      <vt:lpstr>Communication Plan</vt:lpstr>
      <vt:lpstr>Quality Management</vt:lpstr>
      <vt:lpstr>Lessons Learned</vt:lpstr>
      <vt:lpstr>Best Practices</vt:lpstr>
      <vt:lpstr>Ethical Issues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Staff Initiative</dc:title>
  <dc:creator>felicia ainslie</dc:creator>
  <cp:lastModifiedBy>Felicia Ainslie</cp:lastModifiedBy>
  <cp:revision>5</cp:revision>
  <dcterms:created xsi:type="dcterms:W3CDTF">2021-03-17T03:34:45Z</dcterms:created>
  <dcterms:modified xsi:type="dcterms:W3CDTF">2021-08-01T20:13:00Z</dcterms:modified>
</cp:coreProperties>
</file>